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32"/>
  </p:notesMasterIdLst>
  <p:sldIdLst>
    <p:sldId id="256" r:id="rId2"/>
    <p:sldId id="293" r:id="rId3"/>
    <p:sldId id="294" r:id="rId4"/>
    <p:sldId id="295" r:id="rId5"/>
    <p:sldId id="296" r:id="rId6"/>
    <p:sldId id="297" r:id="rId7"/>
    <p:sldId id="298" r:id="rId8"/>
    <p:sldId id="299" r:id="rId9"/>
    <p:sldId id="301" r:id="rId10"/>
    <p:sldId id="300" r:id="rId11"/>
    <p:sldId id="303" r:id="rId12"/>
    <p:sldId id="304" r:id="rId13"/>
    <p:sldId id="305" r:id="rId14"/>
    <p:sldId id="326" r:id="rId15"/>
    <p:sldId id="307" r:id="rId16"/>
    <p:sldId id="308" r:id="rId17"/>
    <p:sldId id="309" r:id="rId18"/>
    <p:sldId id="312" r:id="rId19"/>
    <p:sldId id="313" r:id="rId20"/>
    <p:sldId id="310" r:id="rId21"/>
    <p:sldId id="311" r:id="rId22"/>
    <p:sldId id="314" r:id="rId23"/>
    <p:sldId id="315" r:id="rId24"/>
    <p:sldId id="317" r:id="rId25"/>
    <p:sldId id="316" r:id="rId26"/>
    <p:sldId id="320" r:id="rId27"/>
    <p:sldId id="321" r:id="rId28"/>
    <p:sldId id="325" r:id="rId29"/>
    <p:sldId id="322" r:id="rId30"/>
    <p:sldId id="278" r:id="rId3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C8F2"/>
    <a:srgbClr val="FF94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B60662-3A7D-C771-1865-D39F6DBDA63E}" v="556" dt="2025-07-04T23:51:50.031"/>
    <p1510:client id="{60E41794-42AE-48B4-9283-B3EAF58C7E82}" v="16" dt="2025-07-05T17:44:33.269"/>
    <p1510:client id="{6A16CD24-13C9-45BD-A35D-1CFB06C4BF7E}" v="7" dt="2025-07-05T19:38:27.119"/>
    <p1510:client id="{6FD7D268-5E83-9341-A624-AE31F0E08827}" v="135" dt="2025-07-05T18:06:43.553"/>
    <p1510:client id="{A31AB03C-6596-6BBF-D0B4-BE20531B200F}" v="114" dt="2025-07-05T17:59:25.48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 Sayar" userId="S::ali.sayar@tum.de::357b44ae-6567-445f-bf6b-cb3db3541f6e" providerId="AD" clId="Web-{47083579-E4B2-BC83-CAF8-C2D112702885}"/>
    <pc:docChg chg="addSld modSld">
      <pc:chgData name="Ali Sayar" userId="S::ali.sayar@tum.de::357b44ae-6567-445f-bf6b-cb3db3541f6e" providerId="AD" clId="Web-{47083579-E4B2-BC83-CAF8-C2D112702885}" dt="2025-07-03T00:48:18.238" v="327"/>
      <pc:docMkLst>
        <pc:docMk/>
      </pc:docMkLst>
      <pc:sldChg chg="modSp">
        <pc:chgData name="Ali Sayar" userId="S::ali.sayar@tum.de::357b44ae-6567-445f-bf6b-cb3db3541f6e" providerId="AD" clId="Web-{47083579-E4B2-BC83-CAF8-C2D112702885}" dt="2025-07-02T23:52:45.568" v="39"/>
        <pc:sldMkLst>
          <pc:docMk/>
          <pc:sldMk cId="1697796391" sldId="295"/>
        </pc:sldMkLst>
        <pc:picChg chg="mod">
          <ac:chgData name="Ali Sayar" userId="S::ali.sayar@tum.de::357b44ae-6567-445f-bf6b-cb3db3541f6e" providerId="AD" clId="Web-{47083579-E4B2-BC83-CAF8-C2D112702885}" dt="2025-07-02T23:52:45.568" v="39"/>
          <ac:picMkLst>
            <pc:docMk/>
            <pc:sldMk cId="1697796391" sldId="295"/>
            <ac:picMk id="11" creationId="{7702E369-A093-964A-D7D6-D391BAD09A26}"/>
          </ac:picMkLst>
        </pc:picChg>
      </pc:sldChg>
      <pc:sldChg chg="addSp delSp modSp">
        <pc:chgData name="Ali Sayar" userId="S::ali.sayar@tum.de::357b44ae-6567-445f-bf6b-cb3db3541f6e" providerId="AD" clId="Web-{47083579-E4B2-BC83-CAF8-C2D112702885}" dt="2025-07-02T23:43:13.857" v="25" actId="1076"/>
        <pc:sldMkLst>
          <pc:docMk/>
          <pc:sldMk cId="527987813" sldId="296"/>
        </pc:sldMkLst>
        <pc:spChg chg="mod">
          <ac:chgData name="Ali Sayar" userId="S::ali.sayar@tum.de::357b44ae-6567-445f-bf6b-cb3db3541f6e" providerId="AD" clId="Web-{47083579-E4B2-BC83-CAF8-C2D112702885}" dt="2025-07-02T23:38:44.832" v="4" actId="20577"/>
          <ac:spMkLst>
            <pc:docMk/>
            <pc:sldMk cId="527987813" sldId="296"/>
            <ac:spMk id="9" creationId="{1C2A066F-20F5-9134-79C9-CA7034DFED7B}"/>
          </ac:spMkLst>
        </pc:spChg>
        <pc:picChg chg="add del mod">
          <ac:chgData name="Ali Sayar" userId="S::ali.sayar@tum.de::357b44ae-6567-445f-bf6b-cb3db3541f6e" providerId="AD" clId="Web-{47083579-E4B2-BC83-CAF8-C2D112702885}" dt="2025-07-02T23:43:13.857" v="25" actId="1076"/>
          <ac:picMkLst>
            <pc:docMk/>
            <pc:sldMk cId="527987813" sldId="296"/>
            <ac:picMk id="5" creationId="{AAA62DF1-BA4B-4553-9EC8-7E66B0B5EFD6}"/>
          </ac:picMkLst>
        </pc:picChg>
      </pc:sldChg>
      <pc:sldChg chg="modSp">
        <pc:chgData name="Ali Sayar" userId="S::ali.sayar@tum.de::357b44ae-6567-445f-bf6b-cb3db3541f6e" providerId="AD" clId="Web-{47083579-E4B2-BC83-CAF8-C2D112702885}" dt="2025-07-02T23:44:49.987" v="29"/>
        <pc:sldMkLst>
          <pc:docMk/>
          <pc:sldMk cId="4272719243" sldId="297"/>
        </pc:sldMkLst>
        <pc:picChg chg="mod modCrop">
          <ac:chgData name="Ali Sayar" userId="S::ali.sayar@tum.de::357b44ae-6567-445f-bf6b-cb3db3541f6e" providerId="AD" clId="Web-{47083579-E4B2-BC83-CAF8-C2D112702885}" dt="2025-07-02T23:44:49.987" v="29"/>
          <ac:picMkLst>
            <pc:docMk/>
            <pc:sldMk cId="4272719243" sldId="297"/>
            <ac:picMk id="5" creationId="{E9C872D7-9618-797D-7672-D4DB406A33C3}"/>
          </ac:picMkLst>
        </pc:picChg>
      </pc:sldChg>
      <pc:sldChg chg="modSp">
        <pc:chgData name="Ali Sayar" userId="S::ali.sayar@tum.de::357b44ae-6567-445f-bf6b-cb3db3541f6e" providerId="AD" clId="Web-{47083579-E4B2-BC83-CAF8-C2D112702885}" dt="2025-07-02T23:57:26.552" v="121" actId="20577"/>
        <pc:sldMkLst>
          <pc:docMk/>
          <pc:sldMk cId="1197355519" sldId="298"/>
        </pc:sldMkLst>
        <pc:spChg chg="mod">
          <ac:chgData name="Ali Sayar" userId="S::ali.sayar@tum.de::357b44ae-6567-445f-bf6b-cb3db3541f6e" providerId="AD" clId="Web-{47083579-E4B2-BC83-CAF8-C2D112702885}" dt="2025-07-02T23:57:26.552" v="121" actId="20577"/>
          <ac:spMkLst>
            <pc:docMk/>
            <pc:sldMk cId="1197355519" sldId="298"/>
            <ac:spMk id="5" creationId="{A003ACBE-0C46-CD57-8A74-461F95A7CD64}"/>
          </ac:spMkLst>
        </pc:spChg>
      </pc:sldChg>
      <pc:sldChg chg="modSp">
        <pc:chgData name="Ali Sayar" userId="S::ali.sayar@tum.de::357b44ae-6567-445f-bf6b-cb3db3541f6e" providerId="AD" clId="Web-{47083579-E4B2-BC83-CAF8-C2D112702885}" dt="2025-07-02T23:36:51.671" v="1"/>
        <pc:sldMkLst>
          <pc:docMk/>
          <pc:sldMk cId="2136992838" sldId="299"/>
        </pc:sldMkLst>
        <pc:picChg chg="mod modCrop">
          <ac:chgData name="Ali Sayar" userId="S::ali.sayar@tum.de::357b44ae-6567-445f-bf6b-cb3db3541f6e" providerId="AD" clId="Web-{47083579-E4B2-BC83-CAF8-C2D112702885}" dt="2025-07-02T23:36:51.671" v="1"/>
          <ac:picMkLst>
            <pc:docMk/>
            <pc:sldMk cId="2136992838" sldId="299"/>
            <ac:picMk id="11" creationId="{3FABE210-21CD-3AD5-1124-35082258D318}"/>
          </ac:picMkLst>
        </pc:picChg>
      </pc:sldChg>
      <pc:sldChg chg="addSp delSp modSp add replId">
        <pc:chgData name="Ali Sayar" userId="S::ali.sayar@tum.de::357b44ae-6567-445f-bf6b-cb3db3541f6e" providerId="AD" clId="Web-{47083579-E4B2-BC83-CAF8-C2D112702885}" dt="2025-07-03T00:48:18.238" v="327"/>
        <pc:sldMkLst>
          <pc:docMk/>
          <pc:sldMk cId="1241453599" sldId="301"/>
        </pc:sldMkLst>
        <pc:spChg chg="add del mod">
          <ac:chgData name="Ali Sayar" userId="S::ali.sayar@tum.de::357b44ae-6567-445f-bf6b-cb3db3541f6e" providerId="AD" clId="Web-{47083579-E4B2-BC83-CAF8-C2D112702885}" dt="2025-07-02T23:55:45.934" v="71" actId="20577"/>
          <ac:spMkLst>
            <pc:docMk/>
            <pc:sldMk cId="1241453599" sldId="301"/>
            <ac:spMk id="6" creationId="{4FAF77B9-CC61-A271-1217-08E86F9C91C1}"/>
          </ac:spMkLst>
        </pc:spChg>
        <pc:spChg chg="add mod">
          <ac:chgData name="Ali Sayar" userId="S::ali.sayar@tum.de::357b44ae-6567-445f-bf6b-cb3db3541f6e" providerId="AD" clId="Web-{47083579-E4B2-BC83-CAF8-C2D112702885}" dt="2025-07-03T00:48:07.331" v="321"/>
          <ac:spMkLst>
            <pc:docMk/>
            <pc:sldMk cId="1241453599" sldId="301"/>
            <ac:spMk id="14" creationId="{4FE819FC-2527-F29F-EB34-B625393322A1}"/>
          </ac:spMkLst>
        </pc:spChg>
        <pc:spChg chg="add mod">
          <ac:chgData name="Ali Sayar" userId="S::ali.sayar@tum.de::357b44ae-6567-445f-bf6b-cb3db3541f6e" providerId="AD" clId="Web-{47083579-E4B2-BC83-CAF8-C2D112702885}" dt="2025-07-03T00:48:16.566" v="326" actId="14100"/>
          <ac:spMkLst>
            <pc:docMk/>
            <pc:sldMk cId="1241453599" sldId="301"/>
            <ac:spMk id="19" creationId="{162DCC50-F51B-238F-098B-8034912EC783}"/>
          </ac:spMkLst>
        </pc:spChg>
        <pc:spChg chg="add mod">
          <ac:chgData name="Ali Sayar" userId="S::ali.sayar@tum.de::357b44ae-6567-445f-bf6b-cb3db3541f6e" providerId="AD" clId="Web-{47083579-E4B2-BC83-CAF8-C2D112702885}" dt="2025-07-03T00:48:18.238" v="327"/>
          <ac:spMkLst>
            <pc:docMk/>
            <pc:sldMk cId="1241453599" sldId="301"/>
            <ac:spMk id="25" creationId="{B810B5A2-1EB4-787C-5861-EB3A678D48A5}"/>
          </ac:spMkLst>
        </pc:spChg>
        <pc:picChg chg="add mod">
          <ac:chgData name="Ali Sayar" userId="S::ali.sayar@tum.de::357b44ae-6567-445f-bf6b-cb3db3541f6e" providerId="AD" clId="Web-{47083579-E4B2-BC83-CAF8-C2D112702885}" dt="2025-07-03T00:46:43.953" v="297" actId="1076"/>
          <ac:picMkLst>
            <pc:docMk/>
            <pc:sldMk cId="1241453599" sldId="301"/>
            <ac:picMk id="26" creationId="{997DDB53-8430-5C73-19A1-7D37951C4E73}"/>
          </ac:picMkLst>
        </pc:picChg>
      </pc:sldChg>
      <pc:sldChg chg="modSp">
        <pc:chgData name="Ali Sayar" userId="S::ali.sayar@tum.de::357b44ae-6567-445f-bf6b-cb3db3541f6e" providerId="AD" clId="Web-{47083579-E4B2-BC83-CAF8-C2D112702885}" dt="2025-07-03T00:31:14.171" v="207" actId="1076"/>
        <pc:sldMkLst>
          <pc:docMk/>
          <pc:sldMk cId="2994076483" sldId="304"/>
        </pc:sldMkLst>
        <pc:picChg chg="mod">
          <ac:chgData name="Ali Sayar" userId="S::ali.sayar@tum.de::357b44ae-6567-445f-bf6b-cb3db3541f6e" providerId="AD" clId="Web-{47083579-E4B2-BC83-CAF8-C2D112702885}" dt="2025-07-03T00:31:14.171" v="207" actId="1076"/>
          <ac:picMkLst>
            <pc:docMk/>
            <pc:sldMk cId="2994076483" sldId="304"/>
            <ac:picMk id="6" creationId="{80092D24-CB4F-1D3B-6CFD-6D597248565B}"/>
          </ac:picMkLst>
        </pc:picChg>
      </pc:sldChg>
    </pc:docChg>
  </pc:docChgLst>
  <pc:docChgLst>
    <pc:chgData name="Ali Sayar" userId="S::ali.sayar@tum.de::357b44ae-6567-445f-bf6b-cb3db3541f6e" providerId="AD" clId="Web-{C445CE16-8D16-BF4E-3A8C-8EC9A2DAADC7}"/>
    <pc:docChg chg="modSld">
      <pc:chgData name="Ali Sayar" userId="S::ali.sayar@tum.de::357b44ae-6567-445f-bf6b-cb3db3541f6e" providerId="AD" clId="Web-{C445CE16-8D16-BF4E-3A8C-8EC9A2DAADC7}" dt="2025-07-02T23:25:25.997" v="16" actId="1076"/>
      <pc:docMkLst>
        <pc:docMk/>
      </pc:docMkLst>
      <pc:sldChg chg="delSp modSp">
        <pc:chgData name="Ali Sayar" userId="S::ali.sayar@tum.de::357b44ae-6567-445f-bf6b-cb3db3541f6e" providerId="AD" clId="Web-{C445CE16-8D16-BF4E-3A8C-8EC9A2DAADC7}" dt="2025-07-02T23:22:29.079" v="10" actId="1076"/>
        <pc:sldMkLst>
          <pc:docMk/>
          <pc:sldMk cId="527987813" sldId="296"/>
        </pc:sldMkLst>
      </pc:sldChg>
      <pc:sldChg chg="addSp modSp">
        <pc:chgData name="Ali Sayar" userId="S::ali.sayar@tum.de::357b44ae-6567-445f-bf6b-cb3db3541f6e" providerId="AD" clId="Web-{C445CE16-8D16-BF4E-3A8C-8EC9A2DAADC7}" dt="2025-07-02T23:25:25.997" v="16" actId="1076"/>
        <pc:sldMkLst>
          <pc:docMk/>
          <pc:sldMk cId="4272719243" sldId="297"/>
        </pc:sldMkLst>
        <pc:picChg chg="add mod">
          <ac:chgData name="Ali Sayar" userId="S::ali.sayar@tum.de::357b44ae-6567-445f-bf6b-cb3db3541f6e" providerId="AD" clId="Web-{C445CE16-8D16-BF4E-3A8C-8EC9A2DAADC7}" dt="2025-07-02T23:25:25.997" v="16" actId="1076"/>
          <ac:picMkLst>
            <pc:docMk/>
            <pc:sldMk cId="4272719243" sldId="297"/>
            <ac:picMk id="5" creationId="{E9C872D7-9618-797D-7672-D4DB406A33C3}"/>
          </ac:picMkLst>
        </pc:picChg>
      </pc:sldChg>
    </pc:docChg>
  </pc:docChgLst>
  <pc:docChgLst>
    <pc:chgData name="Ali Sayar" userId="S::ali.sayar@tum.de::357b44ae-6567-445f-bf6b-cb3db3541f6e" providerId="AD" clId="Web-{04D47CAC-1159-DEA0-134F-61B587C019A9}"/>
    <pc:docChg chg="modSld">
      <pc:chgData name="Ali Sayar" userId="S::ali.sayar@tum.de::357b44ae-6567-445f-bf6b-cb3db3541f6e" providerId="AD" clId="Web-{04D47CAC-1159-DEA0-134F-61B587C019A9}" dt="2025-07-03T00:53:38.068" v="70" actId="14100"/>
      <pc:docMkLst>
        <pc:docMk/>
      </pc:docMkLst>
      <pc:sldChg chg="addSp modSp">
        <pc:chgData name="Ali Sayar" userId="S::ali.sayar@tum.de::357b44ae-6567-445f-bf6b-cb3db3541f6e" providerId="AD" clId="Web-{04D47CAC-1159-DEA0-134F-61B587C019A9}" dt="2025-07-03T00:53:38.068" v="70" actId="14100"/>
        <pc:sldMkLst>
          <pc:docMk/>
          <pc:sldMk cId="1241453599" sldId="301"/>
        </pc:sldMkLst>
        <pc:spChg chg="add mod">
          <ac:chgData name="Ali Sayar" userId="S::ali.sayar@tum.de::357b44ae-6567-445f-bf6b-cb3db3541f6e" providerId="AD" clId="Web-{04D47CAC-1159-DEA0-134F-61B587C019A9}" dt="2025-07-03T00:52:44.457" v="44" actId="1076"/>
          <ac:spMkLst>
            <pc:docMk/>
            <pc:sldMk cId="1241453599" sldId="301"/>
            <ac:spMk id="4" creationId="{8CDCF09B-148E-D6E9-7692-01412C1FC315}"/>
          </ac:spMkLst>
        </pc:spChg>
        <pc:spChg chg="mod">
          <ac:chgData name="Ali Sayar" userId="S::ali.sayar@tum.de::357b44ae-6567-445f-bf6b-cb3db3541f6e" providerId="AD" clId="Web-{04D47CAC-1159-DEA0-134F-61B587C019A9}" dt="2025-07-03T00:52:22.220" v="32" actId="20577"/>
          <ac:spMkLst>
            <pc:docMk/>
            <pc:sldMk cId="1241453599" sldId="301"/>
            <ac:spMk id="14" creationId="{4FE819FC-2527-F29F-EB34-B625393322A1}"/>
          </ac:spMkLst>
        </pc:spChg>
        <pc:spChg chg="mod">
          <ac:chgData name="Ali Sayar" userId="S::ali.sayar@tum.de::357b44ae-6567-445f-bf6b-cb3db3541f6e" providerId="AD" clId="Web-{04D47CAC-1159-DEA0-134F-61B587C019A9}" dt="2025-07-03T00:51:14.983" v="26" actId="20577"/>
          <ac:spMkLst>
            <pc:docMk/>
            <pc:sldMk cId="1241453599" sldId="301"/>
            <ac:spMk id="19" creationId="{162DCC50-F51B-238F-098B-8034912EC783}"/>
          </ac:spMkLst>
        </pc:spChg>
        <pc:spChg chg="mod">
          <ac:chgData name="Ali Sayar" userId="S::ali.sayar@tum.de::357b44ae-6567-445f-bf6b-cb3db3541f6e" providerId="AD" clId="Web-{04D47CAC-1159-DEA0-134F-61B587C019A9}" dt="2025-07-03T00:53:27.177" v="67" actId="14100"/>
          <ac:spMkLst>
            <pc:docMk/>
            <pc:sldMk cId="1241453599" sldId="301"/>
            <ac:spMk id="25" creationId="{B810B5A2-1EB4-787C-5861-EB3A678D48A5}"/>
          </ac:spMkLst>
        </pc:spChg>
        <pc:picChg chg="mod">
          <ac:chgData name="Ali Sayar" userId="S::ali.sayar@tum.de::357b44ae-6567-445f-bf6b-cb3db3541f6e" providerId="AD" clId="Web-{04D47CAC-1159-DEA0-134F-61B587C019A9}" dt="2025-07-03T00:53:34.411" v="69" actId="1076"/>
          <ac:picMkLst>
            <pc:docMk/>
            <pc:sldMk cId="1241453599" sldId="301"/>
            <ac:picMk id="26" creationId="{997DDB53-8430-5C73-19A1-7D37951C4E73}"/>
          </ac:picMkLst>
        </pc:picChg>
        <pc:cxnChg chg="mod">
          <ac:chgData name="Ali Sayar" userId="S::ali.sayar@tum.de::357b44ae-6567-445f-bf6b-cb3db3541f6e" providerId="AD" clId="Web-{04D47CAC-1159-DEA0-134F-61B587C019A9}" dt="2025-07-03T00:53:38.068" v="70" actId="14100"/>
          <ac:cxnSpMkLst>
            <pc:docMk/>
            <pc:sldMk cId="1241453599" sldId="301"/>
            <ac:cxnSpMk id="12" creationId="{DB83D06C-E2C1-2D50-D2EC-ACA75D5EC64C}"/>
          </ac:cxnSpMkLst>
        </pc:cxnChg>
      </pc:sldChg>
    </pc:docChg>
  </pc:docChgLst>
  <pc:docChgLst>
    <pc:chgData name="Ali Sayar" userId="S::ali.sayar@tum.de::357b44ae-6567-445f-bf6b-cb3db3541f6e" providerId="AD" clId="Web-{05D0AAC0-6F2E-057D-A61E-45086A002E81}"/>
    <pc:docChg chg="modSld">
      <pc:chgData name="Ali Sayar" userId="S::ali.sayar@tum.de::357b44ae-6567-445f-bf6b-cb3db3541f6e" providerId="AD" clId="Web-{05D0AAC0-6F2E-057D-A61E-45086A002E81}" dt="2025-07-03T11:52:03.010" v="8" actId="1076"/>
      <pc:docMkLst>
        <pc:docMk/>
      </pc:docMkLst>
      <pc:sldChg chg="modSp">
        <pc:chgData name="Ali Sayar" userId="S::ali.sayar@tum.de::357b44ae-6567-445f-bf6b-cb3db3541f6e" providerId="AD" clId="Web-{05D0AAC0-6F2E-057D-A61E-45086A002E81}" dt="2025-07-03T11:52:03.010" v="8" actId="1076"/>
        <pc:sldMkLst>
          <pc:docMk/>
          <pc:sldMk cId="3721354997" sldId="315"/>
        </pc:sldMkLst>
        <pc:picChg chg="mod">
          <ac:chgData name="Ali Sayar" userId="S::ali.sayar@tum.de::357b44ae-6567-445f-bf6b-cb3db3541f6e" providerId="AD" clId="Web-{05D0AAC0-6F2E-057D-A61E-45086A002E81}" dt="2025-07-03T11:52:03.010" v="8" actId="1076"/>
          <ac:picMkLst>
            <pc:docMk/>
            <pc:sldMk cId="3721354997" sldId="315"/>
            <ac:picMk id="5" creationId="{EC8A57F2-004D-250C-83F1-56B8E95BD725}"/>
          </ac:picMkLst>
        </pc:picChg>
      </pc:sldChg>
      <pc:sldChg chg="modSp">
        <pc:chgData name="Ali Sayar" userId="S::ali.sayar@tum.de::357b44ae-6567-445f-bf6b-cb3db3541f6e" providerId="AD" clId="Web-{05D0AAC0-6F2E-057D-A61E-45086A002E81}" dt="2025-07-03T11:45:18.480" v="4" actId="20577"/>
        <pc:sldMkLst>
          <pc:docMk/>
          <pc:sldMk cId="755763143" sldId="320"/>
        </pc:sldMkLst>
        <pc:spChg chg="mod">
          <ac:chgData name="Ali Sayar" userId="S::ali.sayar@tum.de::357b44ae-6567-445f-bf6b-cb3db3541f6e" providerId="AD" clId="Web-{05D0AAC0-6F2E-057D-A61E-45086A002E81}" dt="2025-07-03T11:45:18.480" v="4" actId="20577"/>
          <ac:spMkLst>
            <pc:docMk/>
            <pc:sldMk cId="755763143" sldId="320"/>
            <ac:spMk id="14" creationId="{28ED984F-7417-231D-0394-74DA58CF6BD3}"/>
          </ac:spMkLst>
        </pc:spChg>
      </pc:sldChg>
      <pc:sldChg chg="modSp">
        <pc:chgData name="Ali Sayar" userId="S::ali.sayar@tum.de::357b44ae-6567-445f-bf6b-cb3db3541f6e" providerId="AD" clId="Web-{05D0AAC0-6F2E-057D-A61E-45086A002E81}" dt="2025-07-03T11:46:42.061" v="7" actId="20577"/>
        <pc:sldMkLst>
          <pc:docMk/>
          <pc:sldMk cId="3506855106" sldId="325"/>
        </pc:sldMkLst>
      </pc:sldChg>
    </pc:docChg>
  </pc:docChgLst>
  <pc:docChgLst>
    <pc:chgData name="Ali Sayar" userId="S::ali.sayar@tum.de::357b44ae-6567-445f-bf6b-cb3db3541f6e" providerId="AD" clId="Web-{8CF5E141-1F10-4212-1EE4-06F89AAF5977}"/>
    <pc:docChg chg="modSld">
      <pc:chgData name="Ali Sayar" userId="S::ali.sayar@tum.de::357b44ae-6567-445f-bf6b-cb3db3541f6e" providerId="AD" clId="Web-{8CF5E141-1F10-4212-1EE4-06F89AAF5977}" dt="2025-07-02T22:40:37.094" v="7" actId="20577"/>
      <pc:docMkLst>
        <pc:docMk/>
      </pc:docMkLst>
      <pc:sldChg chg="modSp">
        <pc:chgData name="Ali Sayar" userId="S::ali.sayar@tum.de::357b44ae-6567-445f-bf6b-cb3db3541f6e" providerId="AD" clId="Web-{8CF5E141-1F10-4212-1EE4-06F89AAF5977}" dt="2025-07-02T22:40:37.094" v="7" actId="20577"/>
        <pc:sldMkLst>
          <pc:docMk/>
          <pc:sldMk cId="1601684601" sldId="293"/>
        </pc:sldMkLst>
        <pc:spChg chg="mod">
          <ac:chgData name="Ali Sayar" userId="S::ali.sayar@tum.de::357b44ae-6567-445f-bf6b-cb3db3541f6e" providerId="AD" clId="Web-{8CF5E141-1F10-4212-1EE4-06F89AAF5977}" dt="2025-07-02T22:40:37.094" v="7" actId="20577"/>
          <ac:spMkLst>
            <pc:docMk/>
            <pc:sldMk cId="1601684601" sldId="293"/>
            <ac:spMk id="13" creationId="{CEC34656-F477-E34F-1697-3666FEDF7736}"/>
          </ac:spMkLst>
        </pc:spChg>
      </pc:sldChg>
      <pc:sldChg chg="modSp">
        <pc:chgData name="Ali Sayar" userId="S::ali.sayar@tum.de::357b44ae-6567-445f-bf6b-cb3db3541f6e" providerId="AD" clId="Web-{8CF5E141-1F10-4212-1EE4-06F89AAF5977}" dt="2025-07-02T22:40:33.282" v="5"/>
        <pc:sldMkLst>
          <pc:docMk/>
          <pc:sldMk cId="527987813" sldId="296"/>
        </pc:sldMkLst>
      </pc:sldChg>
    </pc:docChg>
  </pc:docChgLst>
  <pc:docChgLst>
    <pc:chgData name="Venüs Türesin" userId="S::venus.tueresin@tum.de::811cd87e-63b8-472e-a9a9-bc3cbe4d15e7" providerId="AD" clId="Web-{60B60662-3A7D-C771-1865-D39F6DBDA63E}"/>
    <pc:docChg chg="addSld delSld modSld modMainMaster">
      <pc:chgData name="Venüs Türesin" userId="S::venus.tueresin@tum.de::811cd87e-63b8-472e-a9a9-bc3cbe4d15e7" providerId="AD" clId="Web-{60B60662-3A7D-C771-1865-D39F6DBDA63E}" dt="2025-07-04T23:50:50.998" v="161"/>
      <pc:docMkLst>
        <pc:docMk/>
      </pc:docMkLst>
      <pc:sldChg chg="delSp">
        <pc:chgData name="Venüs Türesin" userId="S::venus.tueresin@tum.de::811cd87e-63b8-472e-a9a9-bc3cbe4d15e7" providerId="AD" clId="Web-{60B60662-3A7D-C771-1865-D39F6DBDA63E}" dt="2025-07-04T23:31:34.658" v="4"/>
        <pc:sldMkLst>
          <pc:docMk/>
          <pc:sldMk cId="0" sldId="256"/>
        </pc:sldMkLst>
        <pc:spChg chg="del">
          <ac:chgData name="Venüs Türesin" userId="S::venus.tueresin@tum.de::811cd87e-63b8-472e-a9a9-bc3cbe4d15e7" providerId="AD" clId="Web-{60B60662-3A7D-C771-1865-D39F6DBDA63E}" dt="2025-07-04T23:31:34.658" v="4"/>
          <ac:spMkLst>
            <pc:docMk/>
            <pc:sldMk cId="0" sldId="256"/>
            <ac:spMk id="12" creationId="{668C1995-44BA-9367-52AD-FD937CE6AD9C}"/>
          </ac:spMkLst>
        </pc:spChg>
      </pc:sldChg>
      <pc:sldChg chg="addSp delSp modSp">
        <pc:chgData name="Venüs Türesin" userId="S::venus.tueresin@tum.de::811cd87e-63b8-472e-a9a9-bc3cbe4d15e7" providerId="AD" clId="Web-{60B60662-3A7D-C771-1865-D39F6DBDA63E}" dt="2025-07-04T23:46:47.318" v="125" actId="1076"/>
        <pc:sldMkLst>
          <pc:docMk/>
          <pc:sldMk cId="0" sldId="278"/>
        </pc:sldMkLst>
        <pc:spChg chg="del mod">
          <ac:chgData name="Venüs Türesin" userId="S::venus.tueresin@tum.de::811cd87e-63b8-472e-a9a9-bc3cbe4d15e7" providerId="AD" clId="Web-{60B60662-3A7D-C771-1865-D39F6DBDA63E}" dt="2025-07-04T23:31:38.517" v="5"/>
          <ac:spMkLst>
            <pc:docMk/>
            <pc:sldMk cId="0" sldId="278"/>
            <ac:spMk id="6" creationId="{716500C7-BE3F-C10E-835C-424A78894C91}"/>
          </ac:spMkLst>
        </pc:spChg>
        <pc:spChg chg="add mod">
          <ac:chgData name="Venüs Türesin" userId="S::venus.tueresin@tum.de::811cd87e-63b8-472e-a9a9-bc3cbe4d15e7" providerId="AD" clId="Web-{60B60662-3A7D-C771-1865-D39F6DBDA63E}" dt="2025-07-04T23:46:26.661" v="113" actId="1076"/>
          <ac:spMkLst>
            <pc:docMk/>
            <pc:sldMk cId="0" sldId="278"/>
            <ac:spMk id="8" creationId="{4D7428A9-0EFA-CD27-4D0D-E1E1B561F3C5}"/>
          </ac:spMkLst>
        </pc:spChg>
        <pc:spChg chg="add mod">
          <ac:chgData name="Venüs Türesin" userId="S::venus.tueresin@tum.de::811cd87e-63b8-472e-a9a9-bc3cbe4d15e7" providerId="AD" clId="Web-{60B60662-3A7D-C771-1865-D39F6DBDA63E}" dt="2025-07-04T23:46:47.318" v="125" actId="1076"/>
          <ac:spMkLst>
            <pc:docMk/>
            <pc:sldMk cId="0" sldId="278"/>
            <ac:spMk id="9" creationId="{421484DB-71A7-1379-7429-606502F15262}"/>
          </ac:spMkLst>
        </pc:spChg>
        <pc:spChg chg="add mod">
          <ac:chgData name="Venüs Türesin" userId="S::venus.tueresin@tum.de::811cd87e-63b8-472e-a9a9-bc3cbe4d15e7" providerId="AD" clId="Web-{60B60662-3A7D-C771-1865-D39F6DBDA63E}" dt="2025-07-04T23:46:26.724" v="115" actId="1076"/>
          <ac:spMkLst>
            <pc:docMk/>
            <pc:sldMk cId="0" sldId="278"/>
            <ac:spMk id="10" creationId="{F50F7244-808B-8623-0E76-B75046381180}"/>
          </ac:spMkLst>
        </pc:spChg>
        <pc:spChg chg="add mod">
          <ac:chgData name="Venüs Türesin" userId="S::venus.tueresin@tum.de::811cd87e-63b8-472e-a9a9-bc3cbe4d15e7" providerId="AD" clId="Web-{60B60662-3A7D-C771-1865-D39F6DBDA63E}" dt="2025-07-04T23:46:26.755" v="116" actId="1076"/>
          <ac:spMkLst>
            <pc:docMk/>
            <pc:sldMk cId="0" sldId="278"/>
            <ac:spMk id="11" creationId="{8D256B9E-6F19-363E-11D3-DF8C5682EAD9}"/>
          </ac:spMkLst>
        </pc:spChg>
        <pc:spChg chg="add mod">
          <ac:chgData name="Venüs Türesin" userId="S::venus.tueresin@tum.de::811cd87e-63b8-472e-a9a9-bc3cbe4d15e7" providerId="AD" clId="Web-{60B60662-3A7D-C771-1865-D39F6DBDA63E}" dt="2025-07-04T23:46:26.770" v="117" actId="1076"/>
          <ac:spMkLst>
            <pc:docMk/>
            <pc:sldMk cId="0" sldId="278"/>
            <ac:spMk id="12" creationId="{261FE823-C6E0-1FCA-8CC6-CF37577359FB}"/>
          </ac:spMkLst>
        </pc:spChg>
        <pc:spChg chg="add del mod">
          <ac:chgData name="Venüs Türesin" userId="S::venus.tueresin@tum.de::811cd87e-63b8-472e-a9a9-bc3cbe4d15e7" providerId="AD" clId="Web-{60B60662-3A7D-C771-1865-D39F6DBDA63E}" dt="2025-07-04T23:46:26.802" v="118" actId="1076"/>
          <ac:spMkLst>
            <pc:docMk/>
            <pc:sldMk cId="0" sldId="278"/>
            <ac:spMk id="13" creationId="{3748D0C7-6E75-723B-CACA-7947ED1F15D8}"/>
          </ac:spMkLst>
        </pc:spChg>
        <pc:spChg chg="add mod">
          <ac:chgData name="Venüs Türesin" userId="S::venus.tueresin@tum.de::811cd87e-63b8-472e-a9a9-bc3cbe4d15e7" providerId="AD" clId="Web-{60B60662-3A7D-C771-1865-D39F6DBDA63E}" dt="2025-07-04T23:46:26.833" v="119" actId="1076"/>
          <ac:spMkLst>
            <pc:docMk/>
            <pc:sldMk cId="0" sldId="278"/>
            <ac:spMk id="14" creationId="{47D24ACF-39FA-6280-2743-986B20F5B477}"/>
          </ac:spMkLst>
        </pc:spChg>
        <pc:spChg chg="add mod">
          <ac:chgData name="Venüs Türesin" userId="S::venus.tueresin@tum.de::811cd87e-63b8-472e-a9a9-bc3cbe4d15e7" providerId="AD" clId="Web-{60B60662-3A7D-C771-1865-D39F6DBDA63E}" dt="2025-07-04T23:46:26.864" v="120" actId="1076"/>
          <ac:spMkLst>
            <pc:docMk/>
            <pc:sldMk cId="0" sldId="278"/>
            <ac:spMk id="15" creationId="{1497A0CF-6372-BD69-1EC7-A9D72F061A06}"/>
          </ac:spMkLst>
        </pc:spChg>
        <pc:spChg chg="add mod">
          <ac:chgData name="Venüs Türesin" userId="S::venus.tueresin@tum.de::811cd87e-63b8-472e-a9a9-bc3cbe4d15e7" providerId="AD" clId="Web-{60B60662-3A7D-C771-1865-D39F6DBDA63E}" dt="2025-07-04T23:46:26.880" v="121" actId="1076"/>
          <ac:spMkLst>
            <pc:docMk/>
            <pc:sldMk cId="0" sldId="278"/>
            <ac:spMk id="16" creationId="{566F9F56-1C02-51E6-8D72-70A5D35BB44E}"/>
          </ac:spMkLst>
        </pc:spChg>
      </pc:sldChg>
      <pc:sldChg chg="addSp delSp modSp">
        <pc:chgData name="Venüs Türesin" userId="S::venus.tueresin@tum.de::811cd87e-63b8-472e-a9a9-bc3cbe4d15e7" providerId="AD" clId="Web-{60B60662-3A7D-C771-1865-D39F6DBDA63E}" dt="2025-07-04T23:48:00.273" v="136"/>
        <pc:sldMkLst>
          <pc:docMk/>
          <pc:sldMk cId="1601684601" sldId="293"/>
        </pc:sldMkLst>
        <pc:spChg chg="del mod">
          <ac:chgData name="Venüs Türesin" userId="S::venus.tueresin@tum.de::811cd87e-63b8-472e-a9a9-bc3cbe4d15e7" providerId="AD" clId="Web-{60B60662-3A7D-C771-1865-D39F6DBDA63E}" dt="2025-07-04T23:31:38.517" v="5"/>
          <ac:spMkLst>
            <pc:docMk/>
            <pc:sldMk cId="1601684601" sldId="293"/>
            <ac:spMk id="8" creationId="{F33A626D-954B-6C90-4A31-05286621F604}"/>
          </ac:spMkLst>
        </pc:spChg>
        <pc:spChg chg="add del mod">
          <ac:chgData name="Venüs Türesin" userId="S::venus.tueresin@tum.de::811cd87e-63b8-472e-a9a9-bc3cbe4d15e7" providerId="AD" clId="Web-{60B60662-3A7D-C771-1865-D39F6DBDA63E}" dt="2025-07-04T23:32:13.284" v="11"/>
          <ac:spMkLst>
            <pc:docMk/>
            <pc:sldMk cId="1601684601" sldId="293"/>
            <ac:spMk id="9" creationId="{FD4B97A7-025E-E2A9-8940-71C5A99A6A8C}"/>
          </ac:spMkLst>
        </pc:spChg>
        <pc:spChg chg="add">
          <ac:chgData name="Venüs Türesin" userId="S::venus.tueresin@tum.de::811cd87e-63b8-472e-a9a9-bc3cbe4d15e7" providerId="AD" clId="Web-{60B60662-3A7D-C771-1865-D39F6DBDA63E}" dt="2025-07-04T23:48:00.273" v="136"/>
          <ac:spMkLst>
            <pc:docMk/>
            <pc:sldMk cId="1601684601" sldId="293"/>
            <ac:spMk id="11" creationId="{E5D93784-3DE2-648F-2CCF-BDE0CC6BEB8A}"/>
          </ac:spMkLst>
        </pc:spChg>
      </pc:sldChg>
      <pc:sldChg chg="addSp delSp modSp">
        <pc:chgData name="Venüs Türesin" userId="S::venus.tueresin@tum.de::811cd87e-63b8-472e-a9a9-bc3cbe4d15e7" providerId="AD" clId="Web-{60B60662-3A7D-C771-1865-D39F6DBDA63E}" dt="2025-07-04T23:48:06.867" v="137"/>
        <pc:sldMkLst>
          <pc:docMk/>
          <pc:sldMk cId="3623443337" sldId="294"/>
        </pc:sldMkLst>
        <pc:spChg chg="del mod">
          <ac:chgData name="Venüs Türesin" userId="S::venus.tueresin@tum.de::811cd87e-63b8-472e-a9a9-bc3cbe4d15e7" providerId="AD" clId="Web-{60B60662-3A7D-C771-1865-D39F6DBDA63E}" dt="2025-07-04T23:31:38.517" v="5"/>
          <ac:spMkLst>
            <pc:docMk/>
            <pc:sldMk cId="3623443337" sldId="294"/>
            <ac:spMk id="9" creationId="{C9655262-0E7B-6562-251A-5350A3ADC87C}"/>
          </ac:spMkLst>
        </pc:spChg>
        <pc:spChg chg="add">
          <ac:chgData name="Venüs Türesin" userId="S::venus.tueresin@tum.de::811cd87e-63b8-472e-a9a9-bc3cbe4d15e7" providerId="AD" clId="Web-{60B60662-3A7D-C771-1865-D39F6DBDA63E}" dt="2025-07-04T23:48:06.867" v="137"/>
          <ac:spMkLst>
            <pc:docMk/>
            <pc:sldMk cId="3623443337" sldId="294"/>
            <ac:spMk id="11" creationId="{4E13F016-0228-3EC3-C58A-089E57E67DF8}"/>
          </ac:spMkLst>
        </pc:spChg>
      </pc:sldChg>
      <pc:sldChg chg="addSp delSp modSp">
        <pc:chgData name="Venüs Türesin" userId="S::venus.tueresin@tum.de::811cd87e-63b8-472e-a9a9-bc3cbe4d15e7" providerId="AD" clId="Web-{60B60662-3A7D-C771-1865-D39F6DBDA63E}" dt="2025-07-04T23:48:14.445" v="138"/>
        <pc:sldMkLst>
          <pc:docMk/>
          <pc:sldMk cId="1697796391" sldId="295"/>
        </pc:sldMkLst>
        <pc:spChg chg="del mod">
          <ac:chgData name="Venüs Türesin" userId="S::venus.tueresin@tum.de::811cd87e-63b8-472e-a9a9-bc3cbe4d15e7" providerId="AD" clId="Web-{60B60662-3A7D-C771-1865-D39F6DBDA63E}" dt="2025-07-04T23:31:38.517" v="5"/>
          <ac:spMkLst>
            <pc:docMk/>
            <pc:sldMk cId="1697796391" sldId="295"/>
            <ac:spMk id="8" creationId="{81D4BB56-1036-5CCB-6523-02C76AE39382}"/>
          </ac:spMkLst>
        </pc:spChg>
        <pc:spChg chg="add">
          <ac:chgData name="Venüs Türesin" userId="S::venus.tueresin@tum.de::811cd87e-63b8-472e-a9a9-bc3cbe4d15e7" providerId="AD" clId="Web-{60B60662-3A7D-C771-1865-D39F6DBDA63E}" dt="2025-07-04T23:48:14.445" v="138"/>
          <ac:spMkLst>
            <pc:docMk/>
            <pc:sldMk cId="1697796391" sldId="295"/>
            <ac:spMk id="13" creationId="{A629579F-3701-7B50-F1C7-06C9C1076908}"/>
          </ac:spMkLst>
        </pc:spChg>
      </pc:sldChg>
      <pc:sldChg chg="addSp delSp modSp">
        <pc:chgData name="Venüs Türesin" userId="S::venus.tueresin@tum.de::811cd87e-63b8-472e-a9a9-bc3cbe4d15e7" providerId="AD" clId="Web-{60B60662-3A7D-C771-1865-D39F6DBDA63E}" dt="2025-07-04T23:48:21.602" v="139"/>
        <pc:sldMkLst>
          <pc:docMk/>
          <pc:sldMk cId="527987813" sldId="296"/>
        </pc:sldMkLst>
        <pc:spChg chg="del mod">
          <ac:chgData name="Venüs Türesin" userId="S::venus.tueresin@tum.de::811cd87e-63b8-472e-a9a9-bc3cbe4d15e7" providerId="AD" clId="Web-{60B60662-3A7D-C771-1865-D39F6DBDA63E}" dt="2025-07-04T23:31:38.517" v="5"/>
          <ac:spMkLst>
            <pc:docMk/>
            <pc:sldMk cId="527987813" sldId="296"/>
            <ac:spMk id="10" creationId="{6AE31BB5-8367-C7EC-5FF1-2004975D125A}"/>
          </ac:spMkLst>
        </pc:spChg>
        <pc:spChg chg="add">
          <ac:chgData name="Venüs Türesin" userId="S::venus.tueresin@tum.de::811cd87e-63b8-472e-a9a9-bc3cbe4d15e7" providerId="AD" clId="Web-{60B60662-3A7D-C771-1865-D39F6DBDA63E}" dt="2025-07-04T23:48:21.602" v="139"/>
          <ac:spMkLst>
            <pc:docMk/>
            <pc:sldMk cId="527987813" sldId="296"/>
            <ac:spMk id="13" creationId="{BBF8ECD9-1CD3-EA44-38C0-EBEDBC70236F}"/>
          </ac:spMkLst>
        </pc:spChg>
      </pc:sldChg>
      <pc:sldChg chg="addSp delSp modSp">
        <pc:chgData name="Venüs Türesin" userId="S::venus.tueresin@tum.de::811cd87e-63b8-472e-a9a9-bc3cbe4d15e7" providerId="AD" clId="Web-{60B60662-3A7D-C771-1865-D39F6DBDA63E}" dt="2025-07-04T23:48:28.086" v="140"/>
        <pc:sldMkLst>
          <pc:docMk/>
          <pc:sldMk cId="4272719243" sldId="297"/>
        </pc:sldMkLst>
        <pc:spChg chg="del mod">
          <ac:chgData name="Venüs Türesin" userId="S::venus.tueresin@tum.de::811cd87e-63b8-472e-a9a9-bc3cbe4d15e7" providerId="AD" clId="Web-{60B60662-3A7D-C771-1865-D39F6DBDA63E}" dt="2025-07-04T23:31:38.517" v="5"/>
          <ac:spMkLst>
            <pc:docMk/>
            <pc:sldMk cId="4272719243" sldId="297"/>
            <ac:spMk id="9" creationId="{2D230BEC-C2FA-49D9-BEED-C34EB7AC77B2}"/>
          </ac:spMkLst>
        </pc:spChg>
        <pc:spChg chg="add">
          <ac:chgData name="Venüs Türesin" userId="S::venus.tueresin@tum.de::811cd87e-63b8-472e-a9a9-bc3cbe4d15e7" providerId="AD" clId="Web-{60B60662-3A7D-C771-1865-D39F6DBDA63E}" dt="2025-07-04T23:48:28.086" v="140"/>
          <ac:spMkLst>
            <pc:docMk/>
            <pc:sldMk cId="4272719243" sldId="297"/>
            <ac:spMk id="17" creationId="{39DC5E67-AFA0-0649-ADBA-6E35097516FD}"/>
          </ac:spMkLst>
        </pc:spChg>
      </pc:sldChg>
      <pc:sldChg chg="addSp delSp modSp">
        <pc:chgData name="Venüs Türesin" userId="S::venus.tueresin@tum.de::811cd87e-63b8-472e-a9a9-bc3cbe4d15e7" providerId="AD" clId="Web-{60B60662-3A7D-C771-1865-D39F6DBDA63E}" dt="2025-07-04T23:48:34.868" v="141"/>
        <pc:sldMkLst>
          <pc:docMk/>
          <pc:sldMk cId="1197355519" sldId="298"/>
        </pc:sldMkLst>
        <pc:spChg chg="del mod">
          <ac:chgData name="Venüs Türesin" userId="S::venus.tueresin@tum.de::811cd87e-63b8-472e-a9a9-bc3cbe4d15e7" providerId="AD" clId="Web-{60B60662-3A7D-C771-1865-D39F6DBDA63E}" dt="2025-07-04T23:31:38.517" v="5"/>
          <ac:spMkLst>
            <pc:docMk/>
            <pc:sldMk cId="1197355519" sldId="298"/>
            <ac:spMk id="9" creationId="{E0C70EDA-1449-4CE6-5B30-F2EF5C098C6D}"/>
          </ac:spMkLst>
        </pc:spChg>
        <pc:spChg chg="add">
          <ac:chgData name="Venüs Türesin" userId="S::venus.tueresin@tum.de::811cd87e-63b8-472e-a9a9-bc3cbe4d15e7" providerId="AD" clId="Web-{60B60662-3A7D-C771-1865-D39F6DBDA63E}" dt="2025-07-04T23:48:34.868" v="141"/>
          <ac:spMkLst>
            <pc:docMk/>
            <pc:sldMk cId="1197355519" sldId="298"/>
            <ac:spMk id="14" creationId="{F3FA09FB-349B-2F57-7A29-82A00DBD886B}"/>
          </ac:spMkLst>
        </pc:spChg>
      </pc:sldChg>
      <pc:sldChg chg="addSp delSp modSp">
        <pc:chgData name="Venüs Türesin" userId="S::venus.tueresin@tum.de::811cd87e-63b8-472e-a9a9-bc3cbe4d15e7" providerId="AD" clId="Web-{60B60662-3A7D-C771-1865-D39F6DBDA63E}" dt="2025-07-04T23:48:40.524" v="142"/>
        <pc:sldMkLst>
          <pc:docMk/>
          <pc:sldMk cId="2136992838" sldId="299"/>
        </pc:sldMkLst>
        <pc:spChg chg="del mod">
          <ac:chgData name="Venüs Türesin" userId="S::venus.tueresin@tum.de::811cd87e-63b8-472e-a9a9-bc3cbe4d15e7" providerId="AD" clId="Web-{60B60662-3A7D-C771-1865-D39F6DBDA63E}" dt="2025-07-04T23:31:38.517" v="5"/>
          <ac:spMkLst>
            <pc:docMk/>
            <pc:sldMk cId="2136992838" sldId="299"/>
            <ac:spMk id="14" creationId="{87962281-AA40-7C63-AE27-1B5EE96CBA0A}"/>
          </ac:spMkLst>
        </pc:spChg>
        <pc:spChg chg="add">
          <ac:chgData name="Venüs Türesin" userId="S::venus.tueresin@tum.de::811cd87e-63b8-472e-a9a9-bc3cbe4d15e7" providerId="AD" clId="Web-{60B60662-3A7D-C771-1865-D39F6DBDA63E}" dt="2025-07-04T23:48:40.524" v="142"/>
          <ac:spMkLst>
            <pc:docMk/>
            <pc:sldMk cId="2136992838" sldId="299"/>
            <ac:spMk id="20" creationId="{D97AF621-38D7-81D6-7CA5-A6C712D4575C}"/>
          </ac:spMkLst>
        </pc:spChg>
      </pc:sldChg>
      <pc:sldChg chg="addSp delSp modSp">
        <pc:chgData name="Venüs Türesin" userId="S::venus.tueresin@tum.de::811cd87e-63b8-472e-a9a9-bc3cbe4d15e7" providerId="AD" clId="Web-{60B60662-3A7D-C771-1865-D39F6DBDA63E}" dt="2025-07-04T23:48:49.853" v="144"/>
        <pc:sldMkLst>
          <pc:docMk/>
          <pc:sldMk cId="2881522593" sldId="300"/>
        </pc:sldMkLst>
        <pc:spChg chg="del mod">
          <ac:chgData name="Venüs Türesin" userId="S::venus.tueresin@tum.de::811cd87e-63b8-472e-a9a9-bc3cbe4d15e7" providerId="AD" clId="Web-{60B60662-3A7D-C771-1865-D39F6DBDA63E}" dt="2025-07-04T23:31:38.517" v="5"/>
          <ac:spMkLst>
            <pc:docMk/>
            <pc:sldMk cId="2881522593" sldId="300"/>
            <ac:spMk id="6" creationId="{1CB17C18-8EF6-6193-CC18-BE456B52F994}"/>
          </ac:spMkLst>
        </pc:spChg>
        <pc:spChg chg="add">
          <ac:chgData name="Venüs Türesin" userId="S::venus.tueresin@tum.de::811cd87e-63b8-472e-a9a9-bc3cbe4d15e7" providerId="AD" clId="Web-{60B60662-3A7D-C771-1865-D39F6DBDA63E}" dt="2025-07-04T23:48:49.853" v="144"/>
          <ac:spMkLst>
            <pc:docMk/>
            <pc:sldMk cId="2881522593" sldId="300"/>
            <ac:spMk id="9" creationId="{723633CB-7B56-6FAD-3AEE-11BEFA0F0396}"/>
          </ac:spMkLst>
        </pc:spChg>
      </pc:sldChg>
      <pc:sldChg chg="addSp delSp modSp">
        <pc:chgData name="Venüs Türesin" userId="S::venus.tueresin@tum.de::811cd87e-63b8-472e-a9a9-bc3cbe4d15e7" providerId="AD" clId="Web-{60B60662-3A7D-C771-1865-D39F6DBDA63E}" dt="2025-07-04T23:48:45.306" v="143"/>
        <pc:sldMkLst>
          <pc:docMk/>
          <pc:sldMk cId="1241453599" sldId="301"/>
        </pc:sldMkLst>
        <pc:spChg chg="del mod">
          <ac:chgData name="Venüs Türesin" userId="S::venus.tueresin@tum.de::811cd87e-63b8-472e-a9a9-bc3cbe4d15e7" providerId="AD" clId="Web-{60B60662-3A7D-C771-1865-D39F6DBDA63E}" dt="2025-07-04T23:31:38.517" v="5"/>
          <ac:spMkLst>
            <pc:docMk/>
            <pc:sldMk cId="1241453599" sldId="301"/>
            <ac:spMk id="7" creationId="{E09DF51B-1022-61F6-43E0-01F5A101AC53}"/>
          </ac:spMkLst>
        </pc:spChg>
        <pc:spChg chg="add">
          <ac:chgData name="Venüs Türesin" userId="S::venus.tueresin@tum.de::811cd87e-63b8-472e-a9a9-bc3cbe4d15e7" providerId="AD" clId="Web-{60B60662-3A7D-C771-1865-D39F6DBDA63E}" dt="2025-07-04T23:48:45.306" v="143"/>
          <ac:spMkLst>
            <pc:docMk/>
            <pc:sldMk cId="1241453599" sldId="301"/>
            <ac:spMk id="9" creationId="{9D7E3EBC-CFD7-EDBB-B363-EBB2148C6E91}"/>
          </ac:spMkLst>
        </pc:spChg>
      </pc:sldChg>
      <pc:sldChg chg="addSp delSp modSp">
        <pc:chgData name="Venüs Türesin" userId="S::venus.tueresin@tum.de::811cd87e-63b8-472e-a9a9-bc3cbe4d15e7" providerId="AD" clId="Web-{60B60662-3A7D-C771-1865-D39F6DBDA63E}" dt="2025-07-04T23:48:54.994" v="145"/>
        <pc:sldMkLst>
          <pc:docMk/>
          <pc:sldMk cId="2561810721" sldId="303"/>
        </pc:sldMkLst>
        <pc:spChg chg="del mod">
          <ac:chgData name="Venüs Türesin" userId="S::venus.tueresin@tum.de::811cd87e-63b8-472e-a9a9-bc3cbe4d15e7" providerId="AD" clId="Web-{60B60662-3A7D-C771-1865-D39F6DBDA63E}" dt="2025-07-04T23:31:38.517" v="5"/>
          <ac:spMkLst>
            <pc:docMk/>
            <pc:sldMk cId="2561810721" sldId="303"/>
            <ac:spMk id="8" creationId="{B24981A8-2263-02B7-EF99-1D539D574CF3}"/>
          </ac:spMkLst>
        </pc:spChg>
        <pc:spChg chg="add">
          <ac:chgData name="Venüs Türesin" userId="S::venus.tueresin@tum.de::811cd87e-63b8-472e-a9a9-bc3cbe4d15e7" providerId="AD" clId="Web-{60B60662-3A7D-C771-1865-D39F6DBDA63E}" dt="2025-07-04T23:48:54.994" v="145"/>
          <ac:spMkLst>
            <pc:docMk/>
            <pc:sldMk cId="2561810721" sldId="303"/>
            <ac:spMk id="10" creationId="{CD807228-AEC6-3E0C-8D68-E5EEA0682A8A}"/>
          </ac:spMkLst>
        </pc:spChg>
      </pc:sldChg>
      <pc:sldChg chg="addSp delSp modSp">
        <pc:chgData name="Venüs Türesin" userId="S::venus.tueresin@tum.de::811cd87e-63b8-472e-a9a9-bc3cbe4d15e7" providerId="AD" clId="Web-{60B60662-3A7D-C771-1865-D39F6DBDA63E}" dt="2025-07-04T23:49:00.338" v="146"/>
        <pc:sldMkLst>
          <pc:docMk/>
          <pc:sldMk cId="2994076483" sldId="304"/>
        </pc:sldMkLst>
        <pc:spChg chg="del mod">
          <ac:chgData name="Venüs Türesin" userId="S::venus.tueresin@tum.de::811cd87e-63b8-472e-a9a9-bc3cbe4d15e7" providerId="AD" clId="Web-{60B60662-3A7D-C771-1865-D39F6DBDA63E}" dt="2025-07-04T23:31:38.517" v="5"/>
          <ac:spMkLst>
            <pc:docMk/>
            <pc:sldMk cId="2994076483" sldId="304"/>
            <ac:spMk id="5" creationId="{E8F8270D-543D-5C52-CA31-8C67EA55E883}"/>
          </ac:spMkLst>
        </pc:spChg>
        <pc:spChg chg="add">
          <ac:chgData name="Venüs Türesin" userId="S::venus.tueresin@tum.de::811cd87e-63b8-472e-a9a9-bc3cbe4d15e7" providerId="AD" clId="Web-{60B60662-3A7D-C771-1865-D39F6DBDA63E}" dt="2025-07-04T23:49:00.338" v="146"/>
          <ac:spMkLst>
            <pc:docMk/>
            <pc:sldMk cId="2994076483" sldId="304"/>
            <ac:spMk id="9" creationId="{88316969-4166-9538-B8D2-15F4D1C5F489}"/>
          </ac:spMkLst>
        </pc:spChg>
      </pc:sldChg>
      <pc:sldChg chg="addSp delSp modSp">
        <pc:chgData name="Venüs Türesin" userId="S::venus.tueresin@tum.de::811cd87e-63b8-472e-a9a9-bc3cbe4d15e7" providerId="AD" clId="Web-{60B60662-3A7D-C771-1865-D39F6DBDA63E}" dt="2025-07-04T23:49:04.526" v="147"/>
        <pc:sldMkLst>
          <pc:docMk/>
          <pc:sldMk cId="3740327008" sldId="305"/>
        </pc:sldMkLst>
        <pc:spChg chg="del mod">
          <ac:chgData name="Venüs Türesin" userId="S::venus.tueresin@tum.de::811cd87e-63b8-472e-a9a9-bc3cbe4d15e7" providerId="AD" clId="Web-{60B60662-3A7D-C771-1865-D39F6DBDA63E}" dt="2025-07-04T23:31:38.517" v="5"/>
          <ac:spMkLst>
            <pc:docMk/>
            <pc:sldMk cId="3740327008" sldId="305"/>
            <ac:spMk id="6" creationId="{01028193-4282-A24A-20AA-E3D8F98A7FD3}"/>
          </ac:spMkLst>
        </pc:spChg>
        <pc:spChg chg="add">
          <ac:chgData name="Venüs Türesin" userId="S::venus.tueresin@tum.de::811cd87e-63b8-472e-a9a9-bc3cbe4d15e7" providerId="AD" clId="Web-{60B60662-3A7D-C771-1865-D39F6DBDA63E}" dt="2025-07-04T23:49:04.526" v="147"/>
          <ac:spMkLst>
            <pc:docMk/>
            <pc:sldMk cId="3740327008" sldId="305"/>
            <ac:spMk id="10" creationId="{B5F73223-168E-9FDB-DA41-25A5EAEC08D1}"/>
          </ac:spMkLst>
        </pc:spChg>
      </pc:sldChg>
      <pc:sldChg chg="addSp delSp modSp">
        <pc:chgData name="Venüs Türesin" userId="S::venus.tueresin@tum.de::811cd87e-63b8-472e-a9a9-bc3cbe4d15e7" providerId="AD" clId="Web-{60B60662-3A7D-C771-1865-D39F6DBDA63E}" dt="2025-07-04T23:49:09.510" v="148"/>
        <pc:sldMkLst>
          <pc:docMk/>
          <pc:sldMk cId="3540593864" sldId="306"/>
        </pc:sldMkLst>
        <pc:spChg chg="del mod">
          <ac:chgData name="Venüs Türesin" userId="S::venus.tueresin@tum.de::811cd87e-63b8-472e-a9a9-bc3cbe4d15e7" providerId="AD" clId="Web-{60B60662-3A7D-C771-1865-D39F6DBDA63E}" dt="2025-07-04T23:31:38.517" v="5"/>
          <ac:spMkLst>
            <pc:docMk/>
            <pc:sldMk cId="3540593864" sldId="306"/>
            <ac:spMk id="9" creationId="{758DDA74-EA95-1469-1156-75DF64960B9F}"/>
          </ac:spMkLst>
        </pc:spChg>
        <pc:spChg chg="add">
          <ac:chgData name="Venüs Türesin" userId="S::venus.tueresin@tum.de::811cd87e-63b8-472e-a9a9-bc3cbe4d15e7" providerId="AD" clId="Web-{60B60662-3A7D-C771-1865-D39F6DBDA63E}" dt="2025-07-04T23:49:09.510" v="148"/>
          <ac:spMkLst>
            <pc:docMk/>
            <pc:sldMk cId="3540593864" sldId="306"/>
            <ac:spMk id="13" creationId="{849FAC17-F0A8-20A4-AA28-5732DE3B7EAA}"/>
          </ac:spMkLst>
        </pc:spChg>
      </pc:sldChg>
      <pc:sldChg chg="addSp delSp modSp">
        <pc:chgData name="Venüs Türesin" userId="S::venus.tueresin@tum.de::811cd87e-63b8-472e-a9a9-bc3cbe4d15e7" providerId="AD" clId="Web-{60B60662-3A7D-C771-1865-D39F6DBDA63E}" dt="2025-07-04T23:49:33.042" v="150"/>
        <pc:sldMkLst>
          <pc:docMk/>
          <pc:sldMk cId="3668627266" sldId="307"/>
        </pc:sldMkLst>
        <pc:spChg chg="del mod">
          <ac:chgData name="Venüs Türesin" userId="S::venus.tueresin@tum.de::811cd87e-63b8-472e-a9a9-bc3cbe4d15e7" providerId="AD" clId="Web-{60B60662-3A7D-C771-1865-D39F6DBDA63E}" dt="2025-07-04T23:31:38.517" v="5"/>
          <ac:spMkLst>
            <pc:docMk/>
            <pc:sldMk cId="3668627266" sldId="307"/>
            <ac:spMk id="6" creationId="{B4F9928E-103E-6A73-B656-8E9BB69E6053}"/>
          </ac:spMkLst>
        </pc:spChg>
        <pc:spChg chg="add">
          <ac:chgData name="Venüs Türesin" userId="S::venus.tueresin@tum.de::811cd87e-63b8-472e-a9a9-bc3cbe4d15e7" providerId="AD" clId="Web-{60B60662-3A7D-C771-1865-D39F6DBDA63E}" dt="2025-07-04T23:49:33.042" v="150"/>
          <ac:spMkLst>
            <pc:docMk/>
            <pc:sldMk cId="3668627266" sldId="307"/>
            <ac:spMk id="11" creationId="{D2B283E8-A3D9-3E77-4F20-DB841E7D13D2}"/>
          </ac:spMkLst>
        </pc:spChg>
      </pc:sldChg>
      <pc:sldChg chg="addSp delSp modSp">
        <pc:chgData name="Venüs Türesin" userId="S::venus.tueresin@tum.de::811cd87e-63b8-472e-a9a9-bc3cbe4d15e7" providerId="AD" clId="Web-{60B60662-3A7D-C771-1865-D39F6DBDA63E}" dt="2025-07-04T23:49:39.980" v="151"/>
        <pc:sldMkLst>
          <pc:docMk/>
          <pc:sldMk cId="20277589" sldId="308"/>
        </pc:sldMkLst>
        <pc:spChg chg="del mod">
          <ac:chgData name="Venüs Türesin" userId="S::venus.tueresin@tum.de::811cd87e-63b8-472e-a9a9-bc3cbe4d15e7" providerId="AD" clId="Web-{60B60662-3A7D-C771-1865-D39F6DBDA63E}" dt="2025-07-04T23:31:38.517" v="5"/>
          <ac:spMkLst>
            <pc:docMk/>
            <pc:sldMk cId="20277589" sldId="308"/>
            <ac:spMk id="9" creationId="{ED914F2C-BAA3-6107-4584-F33A2E657DB0}"/>
          </ac:spMkLst>
        </pc:spChg>
        <pc:spChg chg="add">
          <ac:chgData name="Venüs Türesin" userId="S::venus.tueresin@tum.de::811cd87e-63b8-472e-a9a9-bc3cbe4d15e7" providerId="AD" clId="Web-{60B60662-3A7D-C771-1865-D39F6DBDA63E}" dt="2025-07-04T23:49:39.980" v="151"/>
          <ac:spMkLst>
            <pc:docMk/>
            <pc:sldMk cId="20277589" sldId="308"/>
            <ac:spMk id="13" creationId="{F91FF2FB-A9BC-2967-967E-F6F481F49004}"/>
          </ac:spMkLst>
        </pc:spChg>
      </pc:sldChg>
      <pc:sldChg chg="addSp delSp modSp">
        <pc:chgData name="Venüs Türesin" userId="S::venus.tueresin@tum.de::811cd87e-63b8-472e-a9a9-bc3cbe4d15e7" providerId="AD" clId="Web-{60B60662-3A7D-C771-1865-D39F6DBDA63E}" dt="2025-07-04T23:49:46.465" v="152"/>
        <pc:sldMkLst>
          <pc:docMk/>
          <pc:sldMk cId="3498626641" sldId="309"/>
        </pc:sldMkLst>
        <pc:spChg chg="del mod">
          <ac:chgData name="Venüs Türesin" userId="S::venus.tueresin@tum.de::811cd87e-63b8-472e-a9a9-bc3cbe4d15e7" providerId="AD" clId="Web-{60B60662-3A7D-C771-1865-D39F6DBDA63E}" dt="2025-07-04T23:31:38.517" v="5"/>
          <ac:spMkLst>
            <pc:docMk/>
            <pc:sldMk cId="3498626641" sldId="309"/>
            <ac:spMk id="5" creationId="{65BEA3E4-6007-A47E-811A-19EC59E980FC}"/>
          </ac:spMkLst>
        </pc:spChg>
        <pc:spChg chg="add">
          <ac:chgData name="Venüs Türesin" userId="S::venus.tueresin@tum.de::811cd87e-63b8-472e-a9a9-bc3cbe4d15e7" providerId="AD" clId="Web-{60B60662-3A7D-C771-1865-D39F6DBDA63E}" dt="2025-07-04T23:49:46.465" v="152"/>
          <ac:spMkLst>
            <pc:docMk/>
            <pc:sldMk cId="3498626641" sldId="309"/>
            <ac:spMk id="8" creationId="{D60632F2-9C97-42B2-D870-2935D525B180}"/>
          </ac:spMkLst>
        </pc:spChg>
      </pc:sldChg>
      <pc:sldChg chg="addSp delSp modSp">
        <pc:chgData name="Venüs Türesin" userId="S::venus.tueresin@tum.de::811cd87e-63b8-472e-a9a9-bc3cbe4d15e7" providerId="AD" clId="Web-{60B60662-3A7D-C771-1865-D39F6DBDA63E}" dt="2025-07-04T23:50:23.231" v="156"/>
        <pc:sldMkLst>
          <pc:docMk/>
          <pc:sldMk cId="2317156452" sldId="310"/>
        </pc:sldMkLst>
        <pc:spChg chg="del mod">
          <ac:chgData name="Venüs Türesin" userId="S::venus.tueresin@tum.de::811cd87e-63b8-472e-a9a9-bc3cbe4d15e7" providerId="AD" clId="Web-{60B60662-3A7D-C771-1865-D39F6DBDA63E}" dt="2025-07-04T23:31:38.517" v="5"/>
          <ac:spMkLst>
            <pc:docMk/>
            <pc:sldMk cId="2317156452" sldId="310"/>
            <ac:spMk id="5" creationId="{900CF602-B477-146C-B154-08FBC3DE06CF}"/>
          </ac:spMkLst>
        </pc:spChg>
        <pc:spChg chg="add">
          <ac:chgData name="Venüs Türesin" userId="S::venus.tueresin@tum.de::811cd87e-63b8-472e-a9a9-bc3cbe4d15e7" providerId="AD" clId="Web-{60B60662-3A7D-C771-1865-D39F6DBDA63E}" dt="2025-07-04T23:50:23.231" v="156"/>
          <ac:spMkLst>
            <pc:docMk/>
            <pc:sldMk cId="2317156452" sldId="310"/>
            <ac:spMk id="8" creationId="{2F0ADA17-1DDD-4700-7FEE-27ECF153CA14}"/>
          </ac:spMkLst>
        </pc:spChg>
      </pc:sldChg>
      <pc:sldChg chg="addSp delSp modSp">
        <pc:chgData name="Venüs Türesin" userId="S::venus.tueresin@tum.de::811cd87e-63b8-472e-a9a9-bc3cbe4d15e7" providerId="AD" clId="Web-{60B60662-3A7D-C771-1865-D39F6DBDA63E}" dt="2025-07-04T23:50:28.747" v="157"/>
        <pc:sldMkLst>
          <pc:docMk/>
          <pc:sldMk cId="4180735538" sldId="311"/>
        </pc:sldMkLst>
        <pc:spChg chg="del mod">
          <ac:chgData name="Venüs Türesin" userId="S::venus.tueresin@tum.de::811cd87e-63b8-472e-a9a9-bc3cbe4d15e7" providerId="AD" clId="Web-{60B60662-3A7D-C771-1865-D39F6DBDA63E}" dt="2025-07-04T23:31:38.517" v="5"/>
          <ac:spMkLst>
            <pc:docMk/>
            <pc:sldMk cId="4180735538" sldId="311"/>
            <ac:spMk id="9" creationId="{89F1E5F3-F85D-CD44-B8C7-D6B9D6378268}"/>
          </ac:spMkLst>
        </pc:spChg>
        <pc:spChg chg="add">
          <ac:chgData name="Venüs Türesin" userId="S::venus.tueresin@tum.de::811cd87e-63b8-472e-a9a9-bc3cbe4d15e7" providerId="AD" clId="Web-{60B60662-3A7D-C771-1865-D39F6DBDA63E}" dt="2025-07-04T23:50:28.747" v="157"/>
          <ac:spMkLst>
            <pc:docMk/>
            <pc:sldMk cId="4180735538" sldId="311"/>
            <ac:spMk id="11" creationId="{FB143AB2-966A-F980-E33E-9DC7D65CA3C4}"/>
          </ac:spMkLst>
        </pc:spChg>
      </pc:sldChg>
      <pc:sldChg chg="addSp delSp modSp">
        <pc:chgData name="Venüs Türesin" userId="S::venus.tueresin@tum.de::811cd87e-63b8-472e-a9a9-bc3cbe4d15e7" providerId="AD" clId="Web-{60B60662-3A7D-C771-1865-D39F6DBDA63E}" dt="2025-07-04T23:50:07.653" v="154"/>
        <pc:sldMkLst>
          <pc:docMk/>
          <pc:sldMk cId="1851635571" sldId="312"/>
        </pc:sldMkLst>
        <pc:spChg chg="del">
          <ac:chgData name="Venüs Türesin" userId="S::venus.tueresin@tum.de::811cd87e-63b8-472e-a9a9-bc3cbe4d15e7" providerId="AD" clId="Web-{60B60662-3A7D-C771-1865-D39F6DBDA63E}" dt="2025-07-04T23:50:07.653" v="154"/>
          <ac:spMkLst>
            <pc:docMk/>
            <pc:sldMk cId="1851635571" sldId="312"/>
            <ac:spMk id="5" creationId="{527972CF-1593-2658-3F57-E9A80E410801}"/>
          </ac:spMkLst>
        </pc:spChg>
        <pc:spChg chg="del mod">
          <ac:chgData name="Venüs Türesin" userId="S::venus.tueresin@tum.de::811cd87e-63b8-472e-a9a9-bc3cbe4d15e7" providerId="AD" clId="Web-{60B60662-3A7D-C771-1865-D39F6DBDA63E}" dt="2025-07-04T23:31:38.517" v="5"/>
          <ac:spMkLst>
            <pc:docMk/>
            <pc:sldMk cId="1851635571" sldId="312"/>
            <ac:spMk id="6" creationId="{E6FE61ED-3CE5-0F42-E12B-C4909BA68909}"/>
          </ac:spMkLst>
        </pc:spChg>
        <pc:spChg chg="add">
          <ac:chgData name="Venüs Türesin" userId="S::venus.tueresin@tum.de::811cd87e-63b8-472e-a9a9-bc3cbe4d15e7" providerId="AD" clId="Web-{60B60662-3A7D-C771-1865-D39F6DBDA63E}" dt="2025-07-04T23:49:53.090" v="153"/>
          <ac:spMkLst>
            <pc:docMk/>
            <pc:sldMk cId="1851635571" sldId="312"/>
            <ac:spMk id="9" creationId="{F84A5C77-5427-7DE9-FBB2-3A01CA7DB9DD}"/>
          </ac:spMkLst>
        </pc:spChg>
      </pc:sldChg>
      <pc:sldChg chg="addSp delSp modSp">
        <pc:chgData name="Venüs Türesin" userId="S::venus.tueresin@tum.de::811cd87e-63b8-472e-a9a9-bc3cbe4d15e7" providerId="AD" clId="Web-{60B60662-3A7D-C771-1865-D39F6DBDA63E}" dt="2025-07-04T23:50:15.559" v="155"/>
        <pc:sldMkLst>
          <pc:docMk/>
          <pc:sldMk cId="1509651775" sldId="313"/>
        </pc:sldMkLst>
        <pc:spChg chg="del mod">
          <ac:chgData name="Venüs Türesin" userId="S::venus.tueresin@tum.de::811cd87e-63b8-472e-a9a9-bc3cbe4d15e7" providerId="AD" clId="Web-{60B60662-3A7D-C771-1865-D39F6DBDA63E}" dt="2025-07-04T23:31:38.517" v="5"/>
          <ac:spMkLst>
            <pc:docMk/>
            <pc:sldMk cId="1509651775" sldId="313"/>
            <ac:spMk id="8" creationId="{5001A648-F5CA-98C8-BE38-CB6E7CA9231A}"/>
          </ac:spMkLst>
        </pc:spChg>
        <pc:spChg chg="add">
          <ac:chgData name="Venüs Türesin" userId="S::venus.tueresin@tum.de::811cd87e-63b8-472e-a9a9-bc3cbe4d15e7" providerId="AD" clId="Web-{60B60662-3A7D-C771-1865-D39F6DBDA63E}" dt="2025-07-04T23:50:15.559" v="155"/>
          <ac:spMkLst>
            <pc:docMk/>
            <pc:sldMk cId="1509651775" sldId="313"/>
            <ac:spMk id="10" creationId="{FE0CD9F9-B163-C362-4583-3EB5154D7583}"/>
          </ac:spMkLst>
        </pc:spChg>
      </pc:sldChg>
      <pc:sldChg chg="addSp delSp modSp">
        <pc:chgData name="Venüs Türesin" userId="S::venus.tueresin@tum.de::811cd87e-63b8-472e-a9a9-bc3cbe4d15e7" providerId="AD" clId="Web-{60B60662-3A7D-C771-1865-D39F6DBDA63E}" dt="2025-07-04T23:50:33.669" v="158"/>
        <pc:sldMkLst>
          <pc:docMk/>
          <pc:sldMk cId="3954437530" sldId="314"/>
        </pc:sldMkLst>
        <pc:spChg chg="del mod">
          <ac:chgData name="Venüs Türesin" userId="S::venus.tueresin@tum.de::811cd87e-63b8-472e-a9a9-bc3cbe4d15e7" providerId="AD" clId="Web-{60B60662-3A7D-C771-1865-D39F6DBDA63E}" dt="2025-07-04T23:31:38.517" v="5"/>
          <ac:spMkLst>
            <pc:docMk/>
            <pc:sldMk cId="3954437530" sldId="314"/>
            <ac:spMk id="6" creationId="{1C83E5E3-12BE-E8D9-501D-04EB2E83CA8C}"/>
          </ac:spMkLst>
        </pc:spChg>
        <pc:spChg chg="add">
          <ac:chgData name="Venüs Türesin" userId="S::venus.tueresin@tum.de::811cd87e-63b8-472e-a9a9-bc3cbe4d15e7" providerId="AD" clId="Web-{60B60662-3A7D-C771-1865-D39F6DBDA63E}" dt="2025-07-04T23:50:33.669" v="158"/>
          <ac:spMkLst>
            <pc:docMk/>
            <pc:sldMk cId="3954437530" sldId="314"/>
            <ac:spMk id="11" creationId="{18A8062C-E311-D45D-BA00-097BF5EA5571}"/>
          </ac:spMkLst>
        </pc:spChg>
      </pc:sldChg>
      <pc:sldChg chg="addSp delSp modSp">
        <pc:chgData name="Venüs Türesin" userId="S::venus.tueresin@tum.de::811cd87e-63b8-472e-a9a9-bc3cbe4d15e7" providerId="AD" clId="Web-{60B60662-3A7D-C771-1865-D39F6DBDA63E}" dt="2025-07-04T23:50:39.888" v="159"/>
        <pc:sldMkLst>
          <pc:docMk/>
          <pc:sldMk cId="3721354997" sldId="315"/>
        </pc:sldMkLst>
        <pc:spChg chg="del mod">
          <ac:chgData name="Venüs Türesin" userId="S::venus.tueresin@tum.de::811cd87e-63b8-472e-a9a9-bc3cbe4d15e7" providerId="AD" clId="Web-{60B60662-3A7D-C771-1865-D39F6DBDA63E}" dt="2025-07-04T23:31:38.517" v="5"/>
          <ac:spMkLst>
            <pc:docMk/>
            <pc:sldMk cId="3721354997" sldId="315"/>
            <ac:spMk id="8" creationId="{A983282A-94EA-F2B2-5931-EE61E916CBBF}"/>
          </ac:spMkLst>
        </pc:spChg>
        <pc:spChg chg="add">
          <ac:chgData name="Venüs Türesin" userId="S::venus.tueresin@tum.de::811cd87e-63b8-472e-a9a9-bc3cbe4d15e7" providerId="AD" clId="Web-{60B60662-3A7D-C771-1865-D39F6DBDA63E}" dt="2025-07-04T23:50:39.888" v="159"/>
          <ac:spMkLst>
            <pc:docMk/>
            <pc:sldMk cId="3721354997" sldId="315"/>
            <ac:spMk id="11" creationId="{B4668937-CFB7-4456-821D-FA53AC01E502}"/>
          </ac:spMkLst>
        </pc:spChg>
      </pc:sldChg>
      <pc:sldChg chg="addSp delSp modSp">
        <pc:chgData name="Venüs Türesin" userId="S::venus.tueresin@tum.de::811cd87e-63b8-472e-a9a9-bc3cbe4d15e7" providerId="AD" clId="Web-{60B60662-3A7D-C771-1865-D39F6DBDA63E}" dt="2025-07-04T23:47:44.038" v="134"/>
        <pc:sldMkLst>
          <pc:docMk/>
          <pc:sldMk cId="2554350377" sldId="316"/>
        </pc:sldMkLst>
        <pc:spChg chg="del mod">
          <ac:chgData name="Venüs Türesin" userId="S::venus.tueresin@tum.de::811cd87e-63b8-472e-a9a9-bc3cbe4d15e7" providerId="AD" clId="Web-{60B60662-3A7D-C771-1865-D39F6DBDA63E}" dt="2025-07-04T23:31:38.517" v="5"/>
          <ac:spMkLst>
            <pc:docMk/>
            <pc:sldMk cId="2554350377" sldId="316"/>
            <ac:spMk id="8" creationId="{5CE027C6-C6E5-0943-F3E2-0A47734A5BF1}"/>
          </ac:spMkLst>
        </pc:spChg>
        <pc:spChg chg="add">
          <ac:chgData name="Venüs Türesin" userId="S::venus.tueresin@tum.de::811cd87e-63b8-472e-a9a9-bc3cbe4d15e7" providerId="AD" clId="Web-{60B60662-3A7D-C771-1865-D39F6DBDA63E}" dt="2025-07-04T23:47:44.038" v="134"/>
          <ac:spMkLst>
            <pc:docMk/>
            <pc:sldMk cId="2554350377" sldId="316"/>
            <ac:spMk id="10" creationId="{90EEE6C3-3E85-2FAF-1CD4-305194D5B551}"/>
          </ac:spMkLst>
        </pc:spChg>
      </pc:sldChg>
      <pc:sldChg chg="addSp delSp modSp">
        <pc:chgData name="Venüs Türesin" userId="S::venus.tueresin@tum.de::811cd87e-63b8-472e-a9a9-bc3cbe4d15e7" providerId="AD" clId="Web-{60B60662-3A7D-C771-1865-D39F6DBDA63E}" dt="2025-07-04T23:50:50.998" v="161"/>
        <pc:sldMkLst>
          <pc:docMk/>
          <pc:sldMk cId="3418131001" sldId="317"/>
        </pc:sldMkLst>
        <pc:spChg chg="del mod">
          <ac:chgData name="Venüs Türesin" userId="S::venus.tueresin@tum.de::811cd87e-63b8-472e-a9a9-bc3cbe4d15e7" providerId="AD" clId="Web-{60B60662-3A7D-C771-1865-D39F6DBDA63E}" dt="2025-07-04T23:31:38.517" v="5"/>
          <ac:spMkLst>
            <pc:docMk/>
            <pc:sldMk cId="3418131001" sldId="317"/>
            <ac:spMk id="6" creationId="{00C9E112-60AD-66B2-A2CB-4CD77F143788}"/>
          </ac:spMkLst>
        </pc:spChg>
        <pc:spChg chg="add">
          <ac:chgData name="Venüs Türesin" userId="S::venus.tueresin@tum.de::811cd87e-63b8-472e-a9a9-bc3cbe4d15e7" providerId="AD" clId="Web-{60B60662-3A7D-C771-1865-D39F6DBDA63E}" dt="2025-07-04T23:47:50.554" v="135"/>
          <ac:spMkLst>
            <pc:docMk/>
            <pc:sldMk cId="3418131001" sldId="317"/>
            <ac:spMk id="11" creationId="{A5F60A66-7126-77CE-A3BC-8696053E7BB8}"/>
          </ac:spMkLst>
        </pc:spChg>
        <pc:spChg chg="add del">
          <ac:chgData name="Venüs Türesin" userId="S::venus.tueresin@tum.de::811cd87e-63b8-472e-a9a9-bc3cbe4d15e7" providerId="AD" clId="Web-{60B60662-3A7D-C771-1865-D39F6DBDA63E}" dt="2025-07-04T23:50:50.998" v="161"/>
          <ac:spMkLst>
            <pc:docMk/>
            <pc:sldMk cId="3418131001" sldId="317"/>
            <ac:spMk id="15" creationId="{0E0132A2-85FB-AE20-B6F8-388127AD0120}"/>
          </ac:spMkLst>
        </pc:spChg>
      </pc:sldChg>
      <pc:sldChg chg="addSp delSp modSp">
        <pc:chgData name="Venüs Türesin" userId="S::venus.tueresin@tum.de::811cd87e-63b8-472e-a9a9-bc3cbe4d15e7" providerId="AD" clId="Web-{60B60662-3A7D-C771-1865-D39F6DBDA63E}" dt="2025-07-04T23:47:34.647" v="133"/>
        <pc:sldMkLst>
          <pc:docMk/>
          <pc:sldMk cId="755763143" sldId="320"/>
        </pc:sldMkLst>
        <pc:spChg chg="del mod">
          <ac:chgData name="Venüs Türesin" userId="S::venus.tueresin@tum.de::811cd87e-63b8-472e-a9a9-bc3cbe4d15e7" providerId="AD" clId="Web-{60B60662-3A7D-C771-1865-D39F6DBDA63E}" dt="2025-07-04T23:31:38.517" v="5"/>
          <ac:spMkLst>
            <pc:docMk/>
            <pc:sldMk cId="755763143" sldId="320"/>
            <ac:spMk id="6" creationId="{A1FC8156-98FC-CA22-B603-168C314611D5}"/>
          </ac:spMkLst>
        </pc:spChg>
        <pc:spChg chg="add">
          <ac:chgData name="Venüs Türesin" userId="S::venus.tueresin@tum.de::811cd87e-63b8-472e-a9a9-bc3cbe4d15e7" providerId="AD" clId="Web-{60B60662-3A7D-C771-1865-D39F6DBDA63E}" dt="2025-07-04T23:47:34.647" v="133"/>
          <ac:spMkLst>
            <pc:docMk/>
            <pc:sldMk cId="755763143" sldId="320"/>
            <ac:spMk id="9" creationId="{1C5F3D56-C761-E40C-CF5D-ACB6564C4DC9}"/>
          </ac:spMkLst>
        </pc:spChg>
      </pc:sldChg>
      <pc:sldChg chg="addSp delSp modSp">
        <pc:chgData name="Venüs Türesin" userId="S::venus.tueresin@tum.de::811cd87e-63b8-472e-a9a9-bc3cbe4d15e7" providerId="AD" clId="Web-{60B60662-3A7D-C771-1865-D39F6DBDA63E}" dt="2025-07-04T23:47:26.522" v="132"/>
        <pc:sldMkLst>
          <pc:docMk/>
          <pc:sldMk cId="646835220" sldId="321"/>
        </pc:sldMkLst>
        <pc:spChg chg="del mod">
          <ac:chgData name="Venüs Türesin" userId="S::venus.tueresin@tum.de::811cd87e-63b8-472e-a9a9-bc3cbe4d15e7" providerId="AD" clId="Web-{60B60662-3A7D-C771-1865-D39F6DBDA63E}" dt="2025-07-04T23:31:38.517" v="5"/>
          <ac:spMkLst>
            <pc:docMk/>
            <pc:sldMk cId="646835220" sldId="321"/>
            <ac:spMk id="15" creationId="{77F0D686-AAD4-B67D-D622-896569F25815}"/>
          </ac:spMkLst>
        </pc:spChg>
        <pc:spChg chg="add">
          <ac:chgData name="Venüs Türesin" userId="S::venus.tueresin@tum.de::811cd87e-63b8-472e-a9a9-bc3cbe4d15e7" providerId="AD" clId="Web-{60B60662-3A7D-C771-1865-D39F6DBDA63E}" dt="2025-07-04T23:47:26.522" v="132"/>
          <ac:spMkLst>
            <pc:docMk/>
            <pc:sldMk cId="646835220" sldId="321"/>
            <ac:spMk id="17" creationId="{10A692EA-07FA-56AA-4B55-F42C6E8865F6}"/>
          </ac:spMkLst>
        </pc:spChg>
      </pc:sldChg>
      <pc:sldChg chg="addSp delSp modSp">
        <pc:chgData name="Venüs Türesin" userId="S::venus.tueresin@tum.de::811cd87e-63b8-472e-a9a9-bc3cbe4d15e7" providerId="AD" clId="Web-{60B60662-3A7D-C771-1865-D39F6DBDA63E}" dt="2025-07-04T23:47:16.350" v="130"/>
        <pc:sldMkLst>
          <pc:docMk/>
          <pc:sldMk cId="2582802186" sldId="322"/>
        </pc:sldMkLst>
        <pc:spChg chg="del mod">
          <ac:chgData name="Venüs Türesin" userId="S::venus.tueresin@tum.de::811cd87e-63b8-472e-a9a9-bc3cbe4d15e7" providerId="AD" clId="Web-{60B60662-3A7D-C771-1865-D39F6DBDA63E}" dt="2025-07-04T23:31:38.517" v="5"/>
          <ac:spMkLst>
            <pc:docMk/>
            <pc:sldMk cId="2582802186" sldId="322"/>
            <ac:spMk id="10" creationId="{3BF5A615-185C-7BC9-FE89-8411C4429A05}"/>
          </ac:spMkLst>
        </pc:spChg>
        <pc:spChg chg="add del mod">
          <ac:chgData name="Venüs Türesin" userId="S::venus.tueresin@tum.de::811cd87e-63b8-472e-a9a9-bc3cbe4d15e7" providerId="AD" clId="Web-{60B60662-3A7D-C771-1865-D39F6DBDA63E}" dt="2025-07-04T23:47:16.350" v="130"/>
          <ac:spMkLst>
            <pc:docMk/>
            <pc:sldMk cId="2582802186" sldId="322"/>
            <ac:spMk id="13" creationId="{AB9E0554-0B5B-3DA6-964F-250D78A083B4}"/>
          </ac:spMkLst>
        </pc:spChg>
      </pc:sldChg>
      <pc:sldChg chg="addSp delSp modSp">
        <pc:chgData name="Venüs Türesin" userId="S::venus.tueresin@tum.de::811cd87e-63b8-472e-a9a9-bc3cbe4d15e7" providerId="AD" clId="Web-{60B60662-3A7D-C771-1865-D39F6DBDA63E}" dt="2025-07-04T23:47:21.100" v="131"/>
        <pc:sldMkLst>
          <pc:docMk/>
          <pc:sldMk cId="1566443219" sldId="325"/>
        </pc:sldMkLst>
        <pc:spChg chg="del mod">
          <ac:chgData name="Venüs Türesin" userId="S::venus.tueresin@tum.de::811cd87e-63b8-472e-a9a9-bc3cbe4d15e7" providerId="AD" clId="Web-{60B60662-3A7D-C771-1865-D39F6DBDA63E}" dt="2025-07-04T23:31:38.517" v="5"/>
          <ac:spMkLst>
            <pc:docMk/>
            <pc:sldMk cId="1566443219" sldId="325"/>
            <ac:spMk id="13" creationId="{F94B954F-BE12-A46C-DBD2-7B22128F93FC}"/>
          </ac:spMkLst>
        </pc:spChg>
        <pc:spChg chg="add">
          <ac:chgData name="Venüs Türesin" userId="S::venus.tueresin@tum.de::811cd87e-63b8-472e-a9a9-bc3cbe4d15e7" providerId="AD" clId="Web-{60B60662-3A7D-C771-1865-D39F6DBDA63E}" dt="2025-07-04T23:47:21.100" v="131"/>
          <ac:spMkLst>
            <pc:docMk/>
            <pc:sldMk cId="1566443219" sldId="325"/>
            <ac:spMk id="16" creationId="{50083CF4-E496-E5EE-F331-3CDC35AF2E1D}"/>
          </ac:spMkLst>
        </pc:spChg>
      </pc:sldChg>
      <pc:sldChg chg="addSp delSp modSp">
        <pc:chgData name="Venüs Türesin" userId="S::venus.tueresin@tum.de::811cd87e-63b8-472e-a9a9-bc3cbe4d15e7" providerId="AD" clId="Web-{60B60662-3A7D-C771-1865-D39F6DBDA63E}" dt="2025-07-04T23:49:27.011" v="149"/>
        <pc:sldMkLst>
          <pc:docMk/>
          <pc:sldMk cId="1354639646" sldId="326"/>
        </pc:sldMkLst>
        <pc:spChg chg="del mod">
          <ac:chgData name="Venüs Türesin" userId="S::venus.tueresin@tum.de::811cd87e-63b8-472e-a9a9-bc3cbe4d15e7" providerId="AD" clId="Web-{60B60662-3A7D-C771-1865-D39F6DBDA63E}" dt="2025-07-04T23:31:38.517" v="5"/>
          <ac:spMkLst>
            <pc:docMk/>
            <pc:sldMk cId="1354639646" sldId="326"/>
            <ac:spMk id="11" creationId="{7FE9CE6F-F79A-2CA9-3CA7-AB43C9EA01D1}"/>
          </ac:spMkLst>
        </pc:spChg>
        <pc:spChg chg="add">
          <ac:chgData name="Venüs Türesin" userId="S::venus.tueresin@tum.de::811cd87e-63b8-472e-a9a9-bc3cbe4d15e7" providerId="AD" clId="Web-{60B60662-3A7D-C771-1865-D39F6DBDA63E}" dt="2025-07-04T23:49:27.011" v="149"/>
          <ac:spMkLst>
            <pc:docMk/>
            <pc:sldMk cId="1354639646" sldId="326"/>
            <ac:spMk id="15" creationId="{4EDABBCA-3C96-C675-84B7-20E9E4C6E767}"/>
          </ac:spMkLst>
        </pc:spChg>
      </pc:sldChg>
      <pc:sldChg chg="add del replId">
        <pc:chgData name="Venüs Türesin" userId="S::venus.tueresin@tum.de::811cd87e-63b8-472e-a9a9-bc3cbe4d15e7" providerId="AD" clId="Web-{60B60662-3A7D-C771-1865-D39F6DBDA63E}" dt="2025-07-04T23:46:52.427" v="126"/>
        <pc:sldMkLst>
          <pc:docMk/>
          <pc:sldMk cId="4280235811" sldId="327"/>
        </pc:sldMkLst>
      </pc:sldChg>
      <pc:sldMasterChg chg="modSp mod modSldLayout">
        <pc:chgData name="Venüs Türesin" userId="S::venus.tueresin@tum.de::811cd87e-63b8-472e-a9a9-bc3cbe4d15e7" providerId="AD" clId="Web-{60B60662-3A7D-C771-1865-D39F6DBDA63E}" dt="2025-07-04T23:32:14.690" v="14"/>
        <pc:sldMasterMkLst>
          <pc:docMk/>
          <pc:sldMasterMk cId="0" sldId="2147483648"/>
        </pc:sldMasterMkLst>
        <pc:spChg chg="mod">
          <ac:chgData name="Venüs Türesin" userId="S::venus.tueresin@tum.de::811cd87e-63b8-472e-a9a9-bc3cbe4d15e7" providerId="AD" clId="Web-{60B60662-3A7D-C771-1865-D39F6DBDA63E}" dt="2025-07-04T23:30:07.702" v="0"/>
          <ac:spMkLst>
            <pc:docMk/>
            <pc:sldMasterMk cId="0" sldId="2147483648"/>
            <ac:spMk id="5" creationId="{00000000-0000-0000-0000-000000000000}"/>
          </ac:spMkLst>
        </pc:spChg>
        <pc:sldLayoutChg chg="modSp mod">
          <pc:chgData name="Venüs Türesin" userId="S::venus.tueresin@tum.de::811cd87e-63b8-472e-a9a9-bc3cbe4d15e7" providerId="AD" clId="Web-{60B60662-3A7D-C771-1865-D39F6DBDA63E}" dt="2025-07-04T23:32:14.690" v="14"/>
          <pc:sldLayoutMkLst>
            <pc:docMk/>
            <pc:sldMasterMk cId="0" sldId="2147483648"/>
            <pc:sldLayoutMk cId="0" sldId="2147483649"/>
          </pc:sldLayoutMkLst>
          <pc:spChg chg="mod">
            <ac:chgData name="Venüs Türesin" userId="S::venus.tueresin@tum.de::811cd87e-63b8-472e-a9a9-bc3cbe4d15e7" providerId="AD" clId="Web-{60B60662-3A7D-C771-1865-D39F6DBDA63E}" dt="2025-07-04T23:30:07.702" v="0"/>
            <ac:spMkLst>
              <pc:docMk/>
              <pc:sldMasterMk cId="0" sldId="2147483648"/>
              <pc:sldLayoutMk cId="0" sldId="2147483649"/>
              <ac:spMk id="5" creationId="{00000000-0000-0000-0000-000000000000}"/>
            </ac:spMkLst>
          </pc:spChg>
        </pc:sldLayoutChg>
        <pc:sldLayoutChg chg="modSp mod">
          <pc:chgData name="Venüs Türesin" userId="S::venus.tueresin@tum.de::811cd87e-63b8-472e-a9a9-bc3cbe4d15e7" providerId="AD" clId="Web-{60B60662-3A7D-C771-1865-D39F6DBDA63E}" dt="2025-07-04T23:32:14.690" v="14"/>
          <pc:sldLayoutMkLst>
            <pc:docMk/>
            <pc:sldMasterMk cId="0" sldId="2147483648"/>
            <pc:sldLayoutMk cId="0" sldId="2147483650"/>
          </pc:sldLayoutMkLst>
          <pc:spChg chg="mod">
            <ac:chgData name="Venüs Türesin" userId="S::venus.tueresin@tum.de::811cd87e-63b8-472e-a9a9-bc3cbe4d15e7" providerId="AD" clId="Web-{60B60662-3A7D-C771-1865-D39F6DBDA63E}" dt="2025-07-04T23:30:07.702" v="0"/>
            <ac:spMkLst>
              <pc:docMk/>
              <pc:sldMasterMk cId="0" sldId="2147483648"/>
              <pc:sldLayoutMk cId="0" sldId="2147483650"/>
              <ac:spMk id="5" creationId="{00000000-0000-0000-0000-000000000000}"/>
            </ac:spMkLst>
          </pc:spChg>
        </pc:sldLayoutChg>
        <pc:sldLayoutChg chg="modSp mod">
          <pc:chgData name="Venüs Türesin" userId="S::venus.tueresin@tum.de::811cd87e-63b8-472e-a9a9-bc3cbe4d15e7" providerId="AD" clId="Web-{60B60662-3A7D-C771-1865-D39F6DBDA63E}" dt="2025-07-04T23:32:14.690" v="14"/>
          <pc:sldLayoutMkLst>
            <pc:docMk/>
            <pc:sldMasterMk cId="0" sldId="2147483648"/>
            <pc:sldLayoutMk cId="0" sldId="2147483651"/>
          </pc:sldLayoutMkLst>
          <pc:spChg chg="mod">
            <ac:chgData name="Venüs Türesin" userId="S::venus.tueresin@tum.de::811cd87e-63b8-472e-a9a9-bc3cbe4d15e7" providerId="AD" clId="Web-{60B60662-3A7D-C771-1865-D39F6DBDA63E}" dt="2025-07-04T23:30:07.702" v="0"/>
            <ac:spMkLst>
              <pc:docMk/>
              <pc:sldMasterMk cId="0" sldId="2147483648"/>
              <pc:sldLayoutMk cId="0" sldId="2147483651"/>
              <ac:spMk id="5" creationId="{00000000-0000-0000-0000-000000000000}"/>
            </ac:spMkLst>
          </pc:spChg>
        </pc:sldLayoutChg>
        <pc:sldLayoutChg chg="modSp mod">
          <pc:chgData name="Venüs Türesin" userId="S::venus.tueresin@tum.de::811cd87e-63b8-472e-a9a9-bc3cbe4d15e7" providerId="AD" clId="Web-{60B60662-3A7D-C771-1865-D39F6DBDA63E}" dt="2025-07-04T23:32:14.690" v="14"/>
          <pc:sldLayoutMkLst>
            <pc:docMk/>
            <pc:sldMasterMk cId="0" sldId="2147483648"/>
            <pc:sldLayoutMk cId="0" sldId="2147483652"/>
          </pc:sldLayoutMkLst>
          <pc:spChg chg="mod">
            <ac:chgData name="Venüs Türesin" userId="S::venus.tueresin@tum.de::811cd87e-63b8-472e-a9a9-bc3cbe4d15e7" providerId="AD" clId="Web-{60B60662-3A7D-C771-1865-D39F6DBDA63E}" dt="2025-07-04T23:30:07.702" v="0"/>
            <ac:spMkLst>
              <pc:docMk/>
              <pc:sldMasterMk cId="0" sldId="2147483648"/>
              <pc:sldLayoutMk cId="0" sldId="2147483652"/>
              <ac:spMk id="6" creationId="{00000000-0000-0000-0000-000000000000}"/>
            </ac:spMkLst>
          </pc:spChg>
        </pc:sldLayoutChg>
        <pc:sldLayoutChg chg="modSp mod">
          <pc:chgData name="Venüs Türesin" userId="S::venus.tueresin@tum.de::811cd87e-63b8-472e-a9a9-bc3cbe4d15e7" providerId="AD" clId="Web-{60B60662-3A7D-C771-1865-D39F6DBDA63E}" dt="2025-07-04T23:32:14.690" v="14"/>
          <pc:sldLayoutMkLst>
            <pc:docMk/>
            <pc:sldMasterMk cId="0" sldId="2147483648"/>
            <pc:sldLayoutMk cId="0" sldId="2147483653"/>
          </pc:sldLayoutMkLst>
          <pc:spChg chg="mod">
            <ac:chgData name="Venüs Türesin" userId="S::venus.tueresin@tum.de::811cd87e-63b8-472e-a9a9-bc3cbe4d15e7" providerId="AD" clId="Web-{60B60662-3A7D-C771-1865-D39F6DBDA63E}" dt="2025-07-04T23:30:07.702" v="0"/>
            <ac:spMkLst>
              <pc:docMk/>
              <pc:sldMasterMk cId="0" sldId="2147483648"/>
              <pc:sldLayoutMk cId="0" sldId="2147483653"/>
              <ac:spMk id="8" creationId="{00000000-0000-0000-0000-000000000000}"/>
            </ac:spMkLst>
          </pc:spChg>
        </pc:sldLayoutChg>
        <pc:sldLayoutChg chg="modSp mod">
          <pc:chgData name="Venüs Türesin" userId="S::venus.tueresin@tum.de::811cd87e-63b8-472e-a9a9-bc3cbe4d15e7" providerId="AD" clId="Web-{60B60662-3A7D-C771-1865-D39F6DBDA63E}" dt="2025-07-04T23:32:14.690" v="14"/>
          <pc:sldLayoutMkLst>
            <pc:docMk/>
            <pc:sldMasterMk cId="0" sldId="2147483648"/>
            <pc:sldLayoutMk cId="0" sldId="2147483654"/>
          </pc:sldLayoutMkLst>
          <pc:spChg chg="mod">
            <ac:chgData name="Venüs Türesin" userId="S::venus.tueresin@tum.de::811cd87e-63b8-472e-a9a9-bc3cbe4d15e7" providerId="AD" clId="Web-{60B60662-3A7D-C771-1865-D39F6DBDA63E}" dt="2025-07-04T23:30:07.702" v="0"/>
            <ac:spMkLst>
              <pc:docMk/>
              <pc:sldMasterMk cId="0" sldId="2147483648"/>
              <pc:sldLayoutMk cId="0" sldId="2147483654"/>
              <ac:spMk id="4" creationId="{00000000-0000-0000-0000-000000000000}"/>
            </ac:spMkLst>
          </pc:spChg>
        </pc:sldLayoutChg>
        <pc:sldLayoutChg chg="modSp mod">
          <pc:chgData name="Venüs Türesin" userId="S::venus.tueresin@tum.de::811cd87e-63b8-472e-a9a9-bc3cbe4d15e7" providerId="AD" clId="Web-{60B60662-3A7D-C771-1865-D39F6DBDA63E}" dt="2025-07-04T23:32:14.690" v="14"/>
          <pc:sldLayoutMkLst>
            <pc:docMk/>
            <pc:sldMasterMk cId="0" sldId="2147483648"/>
            <pc:sldLayoutMk cId="0" sldId="2147483655"/>
          </pc:sldLayoutMkLst>
          <pc:spChg chg="mod">
            <ac:chgData name="Venüs Türesin" userId="S::venus.tueresin@tum.de::811cd87e-63b8-472e-a9a9-bc3cbe4d15e7" providerId="AD" clId="Web-{60B60662-3A7D-C771-1865-D39F6DBDA63E}" dt="2025-07-04T23:30:07.702" v="0"/>
            <ac:spMkLst>
              <pc:docMk/>
              <pc:sldMasterMk cId="0" sldId="2147483648"/>
              <pc:sldLayoutMk cId="0" sldId="2147483655"/>
              <ac:spMk id="3" creationId="{00000000-0000-0000-0000-000000000000}"/>
            </ac:spMkLst>
          </pc:spChg>
        </pc:sldLayoutChg>
        <pc:sldLayoutChg chg="modSp mod">
          <pc:chgData name="Venüs Türesin" userId="S::venus.tueresin@tum.de::811cd87e-63b8-472e-a9a9-bc3cbe4d15e7" providerId="AD" clId="Web-{60B60662-3A7D-C771-1865-D39F6DBDA63E}" dt="2025-07-04T23:32:14.690" v="14"/>
          <pc:sldLayoutMkLst>
            <pc:docMk/>
            <pc:sldMasterMk cId="0" sldId="2147483648"/>
            <pc:sldLayoutMk cId="0" sldId="2147483656"/>
          </pc:sldLayoutMkLst>
          <pc:spChg chg="mod">
            <ac:chgData name="Venüs Türesin" userId="S::venus.tueresin@tum.de::811cd87e-63b8-472e-a9a9-bc3cbe4d15e7" providerId="AD" clId="Web-{60B60662-3A7D-C771-1865-D39F6DBDA63E}" dt="2025-07-04T23:30:07.702" v="0"/>
            <ac:spMkLst>
              <pc:docMk/>
              <pc:sldMasterMk cId="0" sldId="2147483648"/>
              <pc:sldLayoutMk cId="0" sldId="2147483656"/>
              <ac:spMk id="6" creationId="{00000000-0000-0000-0000-000000000000}"/>
            </ac:spMkLst>
          </pc:spChg>
        </pc:sldLayoutChg>
        <pc:sldLayoutChg chg="modSp mod">
          <pc:chgData name="Venüs Türesin" userId="S::venus.tueresin@tum.de::811cd87e-63b8-472e-a9a9-bc3cbe4d15e7" providerId="AD" clId="Web-{60B60662-3A7D-C771-1865-D39F6DBDA63E}" dt="2025-07-04T23:32:14.690" v="14"/>
          <pc:sldLayoutMkLst>
            <pc:docMk/>
            <pc:sldMasterMk cId="0" sldId="2147483648"/>
            <pc:sldLayoutMk cId="0" sldId="2147483657"/>
          </pc:sldLayoutMkLst>
          <pc:spChg chg="mod">
            <ac:chgData name="Venüs Türesin" userId="S::venus.tueresin@tum.de::811cd87e-63b8-472e-a9a9-bc3cbe4d15e7" providerId="AD" clId="Web-{60B60662-3A7D-C771-1865-D39F6DBDA63E}" dt="2025-07-04T23:30:07.702" v="0"/>
            <ac:spMkLst>
              <pc:docMk/>
              <pc:sldMasterMk cId="0" sldId="2147483648"/>
              <pc:sldLayoutMk cId="0" sldId="2147483657"/>
              <ac:spMk id="6" creationId="{00000000-0000-0000-0000-000000000000}"/>
            </ac:spMkLst>
          </pc:spChg>
        </pc:sldLayoutChg>
        <pc:sldLayoutChg chg="modSp mod">
          <pc:chgData name="Venüs Türesin" userId="S::venus.tueresin@tum.de::811cd87e-63b8-472e-a9a9-bc3cbe4d15e7" providerId="AD" clId="Web-{60B60662-3A7D-C771-1865-D39F6DBDA63E}" dt="2025-07-04T23:32:14.690" v="14"/>
          <pc:sldLayoutMkLst>
            <pc:docMk/>
            <pc:sldMasterMk cId="0" sldId="2147483648"/>
            <pc:sldLayoutMk cId="0" sldId="2147483658"/>
          </pc:sldLayoutMkLst>
          <pc:spChg chg="mod">
            <ac:chgData name="Venüs Türesin" userId="S::venus.tueresin@tum.de::811cd87e-63b8-472e-a9a9-bc3cbe4d15e7" providerId="AD" clId="Web-{60B60662-3A7D-C771-1865-D39F6DBDA63E}" dt="2025-07-04T23:30:07.702" v="0"/>
            <ac:spMkLst>
              <pc:docMk/>
              <pc:sldMasterMk cId="0" sldId="2147483648"/>
              <pc:sldLayoutMk cId="0" sldId="2147483658"/>
              <ac:spMk id="5" creationId="{00000000-0000-0000-0000-000000000000}"/>
            </ac:spMkLst>
          </pc:spChg>
        </pc:sldLayoutChg>
        <pc:sldLayoutChg chg="modSp mod">
          <pc:chgData name="Venüs Türesin" userId="S::venus.tueresin@tum.de::811cd87e-63b8-472e-a9a9-bc3cbe4d15e7" providerId="AD" clId="Web-{60B60662-3A7D-C771-1865-D39F6DBDA63E}" dt="2025-07-04T23:32:14.690" v="14"/>
          <pc:sldLayoutMkLst>
            <pc:docMk/>
            <pc:sldMasterMk cId="0" sldId="2147483648"/>
            <pc:sldLayoutMk cId="0" sldId="2147483659"/>
          </pc:sldLayoutMkLst>
          <pc:spChg chg="mod">
            <ac:chgData name="Venüs Türesin" userId="S::venus.tueresin@tum.de::811cd87e-63b8-472e-a9a9-bc3cbe4d15e7" providerId="AD" clId="Web-{60B60662-3A7D-C771-1865-D39F6DBDA63E}" dt="2025-07-04T23:30:07.702" v="0"/>
            <ac:spMkLst>
              <pc:docMk/>
              <pc:sldMasterMk cId="0" sldId="2147483648"/>
              <pc:sldLayoutMk cId="0" sldId="2147483659"/>
              <ac:spMk id="5" creationId="{00000000-0000-0000-0000-000000000000}"/>
            </ac:spMkLst>
          </pc:spChg>
        </pc:sldLayoutChg>
        <pc:sldLayoutChg chg="modSp mod">
          <pc:chgData name="Venüs Türesin" userId="S::venus.tueresin@tum.de::811cd87e-63b8-472e-a9a9-bc3cbe4d15e7" providerId="AD" clId="Web-{60B60662-3A7D-C771-1865-D39F6DBDA63E}" dt="2025-07-04T23:32:14.690" v="14"/>
          <pc:sldLayoutMkLst>
            <pc:docMk/>
            <pc:sldMasterMk cId="0" sldId="2147483648"/>
            <pc:sldLayoutMk cId="3585734791" sldId="2147483660"/>
          </pc:sldLayoutMkLst>
          <pc:spChg chg="mod">
            <ac:chgData name="Venüs Türesin" userId="S::venus.tueresin@tum.de::811cd87e-63b8-472e-a9a9-bc3cbe4d15e7" providerId="AD" clId="Web-{60B60662-3A7D-C771-1865-D39F6DBDA63E}" dt="2025-07-04T23:30:07.702" v="0"/>
            <ac:spMkLst>
              <pc:docMk/>
              <pc:sldMasterMk cId="0" sldId="2147483648"/>
              <pc:sldLayoutMk cId="3585734791" sldId="2147483660"/>
              <ac:spMk id="4" creationId="{C4C83935-A186-EF8D-0C8B-E66DB0206E56}"/>
            </ac:spMkLst>
          </pc:spChg>
        </pc:sldLayoutChg>
      </pc:sldMasterChg>
    </pc:docChg>
  </pc:docChgLst>
  <pc:docChgLst>
    <pc:chgData name="Yamama Al Mghawish" userId="S::go73kaq@tum.de::2bdffd8e-3ced-4725-bb7c-eafec86fca7e" providerId="AD" clId="Web-{BE9213B9-8139-9B28-99F7-011C17950FF1}"/>
    <pc:docChg chg="addSld modSld">
      <pc:chgData name="Yamama Al Mghawish" userId="S::go73kaq@tum.de::2bdffd8e-3ced-4725-bb7c-eafec86fca7e" providerId="AD" clId="Web-{BE9213B9-8139-9B28-99F7-011C17950FF1}" dt="2025-07-02T20:28:47.972" v="52" actId="20577"/>
      <pc:docMkLst>
        <pc:docMk/>
      </pc:docMkLst>
      <pc:sldChg chg="addSp modSp">
        <pc:chgData name="Yamama Al Mghawish" userId="S::go73kaq@tum.de::2bdffd8e-3ced-4725-bb7c-eafec86fca7e" providerId="AD" clId="Web-{BE9213B9-8139-9B28-99F7-011C17950FF1}" dt="2025-07-02T20:28:47.972" v="52" actId="20577"/>
        <pc:sldMkLst>
          <pc:docMk/>
          <pc:sldMk cId="0" sldId="273"/>
        </pc:sldMkLst>
      </pc:sldChg>
      <pc:sldChg chg="add replId">
        <pc:chgData name="Yamama Al Mghawish" userId="S::go73kaq@tum.de::2bdffd8e-3ced-4725-bb7c-eafec86fca7e" providerId="AD" clId="Web-{BE9213B9-8139-9B28-99F7-011C17950FF1}" dt="2025-07-02T20:28:27.643" v="24"/>
        <pc:sldMkLst>
          <pc:docMk/>
          <pc:sldMk cId="2193378253" sldId="279"/>
        </pc:sldMkLst>
      </pc:sldChg>
    </pc:docChg>
  </pc:docChgLst>
  <pc:docChgLst>
    <pc:chgData name="Yamama Al Mghawish" userId="S::go73kaq@tum.de::2bdffd8e-3ced-4725-bb7c-eafec86fca7e" providerId="AD" clId="Web-{78E3A8C2-E1D2-195C-C41A-3EBA752EBEDA}"/>
    <pc:docChg chg="modSld">
      <pc:chgData name="Yamama Al Mghawish" userId="S::go73kaq@tum.de::2bdffd8e-3ced-4725-bb7c-eafec86fca7e" providerId="AD" clId="Web-{78E3A8C2-E1D2-195C-C41A-3EBA752EBEDA}" dt="2025-07-03T15:14:33.813" v="1"/>
      <pc:docMkLst>
        <pc:docMk/>
      </pc:docMkLst>
      <pc:sldChg chg="addSp delSp modSp">
        <pc:chgData name="Yamama Al Mghawish" userId="S::go73kaq@tum.de::2bdffd8e-3ced-4725-bb7c-eafec86fca7e" providerId="AD" clId="Web-{78E3A8C2-E1D2-195C-C41A-3EBA752EBEDA}" dt="2025-07-03T15:14:33.813" v="1"/>
        <pc:sldMkLst>
          <pc:docMk/>
          <pc:sldMk cId="1851635571" sldId="312"/>
        </pc:sldMkLst>
        <pc:picChg chg="add mod">
          <ac:chgData name="Yamama Al Mghawish" userId="S::go73kaq@tum.de::2bdffd8e-3ced-4725-bb7c-eafec86fca7e" providerId="AD" clId="Web-{78E3A8C2-E1D2-195C-C41A-3EBA752EBEDA}" dt="2025-07-03T15:14:33.813" v="1"/>
          <ac:picMkLst>
            <pc:docMk/>
            <pc:sldMk cId="1851635571" sldId="312"/>
            <ac:picMk id="4" creationId="{1685E008-852B-281E-EFBE-7EBFDD2E0472}"/>
          </ac:picMkLst>
        </pc:picChg>
      </pc:sldChg>
    </pc:docChg>
  </pc:docChgLst>
  <pc:docChgLst>
    <pc:chgData name="Ali Sayar" userId="357b44ae-6567-445f-bf6b-cb3db3541f6e" providerId="ADAL" clId="{6A16CD24-13C9-45BD-A35D-1CFB06C4BF7E}"/>
    <pc:docChg chg="undo custSel modSld modMainMaster">
      <pc:chgData name="Ali Sayar" userId="357b44ae-6567-445f-bf6b-cb3db3541f6e" providerId="ADAL" clId="{6A16CD24-13C9-45BD-A35D-1CFB06C4BF7E}" dt="2025-07-05T19:38:27.117" v="31"/>
      <pc:docMkLst>
        <pc:docMk/>
      </pc:docMkLst>
      <pc:sldChg chg="addSp delSp modSp mod modTransition delAnim modAnim">
        <pc:chgData name="Ali Sayar" userId="357b44ae-6567-445f-bf6b-cb3db3541f6e" providerId="ADAL" clId="{6A16CD24-13C9-45BD-A35D-1CFB06C4BF7E}" dt="2025-07-05T19:38:27.117" v="31"/>
        <pc:sldMkLst>
          <pc:docMk/>
          <pc:sldMk cId="0" sldId="256"/>
        </pc:sldMkLst>
        <pc:picChg chg="add del mod">
          <ac:chgData name="Ali Sayar" userId="357b44ae-6567-445f-bf6b-cb3db3541f6e" providerId="ADAL" clId="{6A16CD24-13C9-45BD-A35D-1CFB06C4BF7E}" dt="2025-07-05T19:21:15.586" v="26" actId="21"/>
          <ac:picMkLst>
            <pc:docMk/>
            <pc:sldMk cId="0" sldId="256"/>
            <ac:picMk id="15" creationId="{D319E9E5-28DD-9BF8-BCDB-C6E8D4739167}"/>
          </ac:picMkLst>
        </pc:picChg>
        <pc:picChg chg="add del mod">
          <ac:chgData name="Ali Sayar" userId="357b44ae-6567-445f-bf6b-cb3db3541f6e" providerId="ADAL" clId="{6A16CD24-13C9-45BD-A35D-1CFB06C4BF7E}" dt="2025-07-05T19:37:01.718" v="29"/>
          <ac:picMkLst>
            <pc:docMk/>
            <pc:sldMk cId="0" sldId="256"/>
            <ac:picMk id="16" creationId="{0707A004-C054-0D16-9697-52BE07E8FD5C}"/>
          </ac:picMkLst>
        </pc:picChg>
        <pc:picChg chg="add del mod">
          <ac:chgData name="Ali Sayar" userId="357b44ae-6567-445f-bf6b-cb3db3541f6e" providerId="ADAL" clId="{6A16CD24-13C9-45BD-A35D-1CFB06C4BF7E}" dt="2025-07-05T19:38:27.117" v="31"/>
          <ac:picMkLst>
            <pc:docMk/>
            <pc:sldMk cId="0" sldId="256"/>
            <ac:picMk id="20" creationId="{8635E12F-A0E7-00FB-4FDB-0F05D3D9F498}"/>
          </ac:picMkLst>
        </pc:picChg>
      </pc:sldChg>
      <pc:sldChg chg="modTransition">
        <pc:chgData name="Ali Sayar" userId="357b44ae-6567-445f-bf6b-cb3db3541f6e" providerId="ADAL" clId="{6A16CD24-13C9-45BD-A35D-1CFB06C4BF7E}" dt="2025-07-05T19:38:27.117" v="31"/>
        <pc:sldMkLst>
          <pc:docMk/>
          <pc:sldMk cId="0" sldId="278"/>
        </pc:sldMkLst>
      </pc:sldChg>
      <pc:sldChg chg="addSp delSp modSp modTransition modAnim">
        <pc:chgData name="Ali Sayar" userId="357b44ae-6567-445f-bf6b-cb3db3541f6e" providerId="ADAL" clId="{6A16CD24-13C9-45BD-A35D-1CFB06C4BF7E}" dt="2025-07-05T19:38:27.117" v="31"/>
        <pc:sldMkLst>
          <pc:docMk/>
          <pc:sldMk cId="1601684601" sldId="293"/>
        </pc:sldMkLst>
        <pc:picChg chg="add del mod">
          <ac:chgData name="Ali Sayar" userId="357b44ae-6567-445f-bf6b-cb3db3541f6e" providerId="ADAL" clId="{6A16CD24-13C9-45BD-A35D-1CFB06C4BF7E}" dt="2025-07-05T19:38:27.117" v="31"/>
          <ac:picMkLst>
            <pc:docMk/>
            <pc:sldMk cId="1601684601" sldId="293"/>
            <ac:picMk id="15" creationId="{16EA3950-1D43-78B6-70AA-D3918811A5AF}"/>
          </ac:picMkLst>
        </pc:picChg>
      </pc:sldChg>
      <pc:sldChg chg="addSp delSp modSp modTransition modAnim">
        <pc:chgData name="Ali Sayar" userId="357b44ae-6567-445f-bf6b-cb3db3541f6e" providerId="ADAL" clId="{6A16CD24-13C9-45BD-A35D-1CFB06C4BF7E}" dt="2025-07-05T19:38:27.117" v="31"/>
        <pc:sldMkLst>
          <pc:docMk/>
          <pc:sldMk cId="3623443337" sldId="294"/>
        </pc:sldMkLst>
        <pc:picChg chg="add del mod">
          <ac:chgData name="Ali Sayar" userId="357b44ae-6567-445f-bf6b-cb3db3541f6e" providerId="ADAL" clId="{6A16CD24-13C9-45BD-A35D-1CFB06C4BF7E}" dt="2025-07-05T19:38:27.117" v="31"/>
          <ac:picMkLst>
            <pc:docMk/>
            <pc:sldMk cId="3623443337" sldId="294"/>
            <ac:picMk id="13" creationId="{66947301-45B3-4246-DD8C-C2C4C790449C}"/>
          </ac:picMkLst>
        </pc:picChg>
      </pc:sldChg>
      <pc:sldChg chg="addSp delSp modSp modTransition modAnim">
        <pc:chgData name="Ali Sayar" userId="357b44ae-6567-445f-bf6b-cb3db3541f6e" providerId="ADAL" clId="{6A16CD24-13C9-45BD-A35D-1CFB06C4BF7E}" dt="2025-07-05T19:38:27.117" v="31"/>
        <pc:sldMkLst>
          <pc:docMk/>
          <pc:sldMk cId="1697796391" sldId="295"/>
        </pc:sldMkLst>
        <pc:picChg chg="add del mod">
          <ac:chgData name="Ali Sayar" userId="357b44ae-6567-445f-bf6b-cb3db3541f6e" providerId="ADAL" clId="{6A16CD24-13C9-45BD-A35D-1CFB06C4BF7E}" dt="2025-07-05T19:38:27.117" v="31"/>
          <ac:picMkLst>
            <pc:docMk/>
            <pc:sldMk cId="1697796391" sldId="295"/>
            <ac:picMk id="14" creationId="{5606684E-5B37-454B-E9F1-38EAE1A753AB}"/>
          </ac:picMkLst>
        </pc:picChg>
      </pc:sldChg>
      <pc:sldChg chg="addSp delSp modSp modTransition modAnim">
        <pc:chgData name="Ali Sayar" userId="357b44ae-6567-445f-bf6b-cb3db3541f6e" providerId="ADAL" clId="{6A16CD24-13C9-45BD-A35D-1CFB06C4BF7E}" dt="2025-07-05T19:38:27.117" v="31"/>
        <pc:sldMkLst>
          <pc:docMk/>
          <pc:sldMk cId="527987813" sldId="296"/>
        </pc:sldMkLst>
        <pc:picChg chg="add del mod">
          <ac:chgData name="Ali Sayar" userId="357b44ae-6567-445f-bf6b-cb3db3541f6e" providerId="ADAL" clId="{6A16CD24-13C9-45BD-A35D-1CFB06C4BF7E}" dt="2025-07-05T19:38:27.117" v="31"/>
          <ac:picMkLst>
            <pc:docMk/>
            <pc:sldMk cId="527987813" sldId="296"/>
            <ac:picMk id="11" creationId="{59E5785E-27CB-0310-6768-2E2526554D0A}"/>
          </ac:picMkLst>
        </pc:picChg>
      </pc:sldChg>
      <pc:sldChg chg="modTransition">
        <pc:chgData name="Ali Sayar" userId="357b44ae-6567-445f-bf6b-cb3db3541f6e" providerId="ADAL" clId="{6A16CD24-13C9-45BD-A35D-1CFB06C4BF7E}" dt="2025-07-05T19:38:27.117" v="31"/>
        <pc:sldMkLst>
          <pc:docMk/>
          <pc:sldMk cId="4272719243" sldId="297"/>
        </pc:sldMkLst>
      </pc:sldChg>
      <pc:sldChg chg="modTransition">
        <pc:chgData name="Ali Sayar" userId="357b44ae-6567-445f-bf6b-cb3db3541f6e" providerId="ADAL" clId="{6A16CD24-13C9-45BD-A35D-1CFB06C4BF7E}" dt="2025-07-05T19:38:27.117" v="31"/>
        <pc:sldMkLst>
          <pc:docMk/>
          <pc:sldMk cId="1197355519" sldId="298"/>
        </pc:sldMkLst>
      </pc:sldChg>
      <pc:sldChg chg="modTransition">
        <pc:chgData name="Ali Sayar" userId="357b44ae-6567-445f-bf6b-cb3db3541f6e" providerId="ADAL" clId="{6A16CD24-13C9-45BD-A35D-1CFB06C4BF7E}" dt="2025-07-05T19:38:27.117" v="31"/>
        <pc:sldMkLst>
          <pc:docMk/>
          <pc:sldMk cId="2136992838" sldId="299"/>
        </pc:sldMkLst>
      </pc:sldChg>
      <pc:sldChg chg="modTransition">
        <pc:chgData name="Ali Sayar" userId="357b44ae-6567-445f-bf6b-cb3db3541f6e" providerId="ADAL" clId="{6A16CD24-13C9-45BD-A35D-1CFB06C4BF7E}" dt="2025-07-05T19:38:27.117" v="31"/>
        <pc:sldMkLst>
          <pc:docMk/>
          <pc:sldMk cId="2881522593" sldId="300"/>
        </pc:sldMkLst>
      </pc:sldChg>
      <pc:sldChg chg="modTransition">
        <pc:chgData name="Ali Sayar" userId="357b44ae-6567-445f-bf6b-cb3db3541f6e" providerId="ADAL" clId="{6A16CD24-13C9-45BD-A35D-1CFB06C4BF7E}" dt="2025-07-05T19:38:27.117" v="31"/>
        <pc:sldMkLst>
          <pc:docMk/>
          <pc:sldMk cId="1241453599" sldId="301"/>
        </pc:sldMkLst>
      </pc:sldChg>
      <pc:sldChg chg="modTransition">
        <pc:chgData name="Ali Sayar" userId="357b44ae-6567-445f-bf6b-cb3db3541f6e" providerId="ADAL" clId="{6A16CD24-13C9-45BD-A35D-1CFB06C4BF7E}" dt="2025-07-05T19:38:27.117" v="31"/>
        <pc:sldMkLst>
          <pc:docMk/>
          <pc:sldMk cId="2561810721" sldId="303"/>
        </pc:sldMkLst>
      </pc:sldChg>
      <pc:sldChg chg="modTransition">
        <pc:chgData name="Ali Sayar" userId="357b44ae-6567-445f-bf6b-cb3db3541f6e" providerId="ADAL" clId="{6A16CD24-13C9-45BD-A35D-1CFB06C4BF7E}" dt="2025-07-05T19:38:27.117" v="31"/>
        <pc:sldMkLst>
          <pc:docMk/>
          <pc:sldMk cId="2994076483" sldId="304"/>
        </pc:sldMkLst>
      </pc:sldChg>
      <pc:sldChg chg="modTransition">
        <pc:chgData name="Ali Sayar" userId="357b44ae-6567-445f-bf6b-cb3db3541f6e" providerId="ADAL" clId="{6A16CD24-13C9-45BD-A35D-1CFB06C4BF7E}" dt="2025-07-05T19:38:27.117" v="31"/>
        <pc:sldMkLst>
          <pc:docMk/>
          <pc:sldMk cId="3740327008" sldId="305"/>
        </pc:sldMkLst>
      </pc:sldChg>
      <pc:sldChg chg="modTransition">
        <pc:chgData name="Ali Sayar" userId="357b44ae-6567-445f-bf6b-cb3db3541f6e" providerId="ADAL" clId="{6A16CD24-13C9-45BD-A35D-1CFB06C4BF7E}" dt="2025-07-05T19:38:27.117" v="31"/>
        <pc:sldMkLst>
          <pc:docMk/>
          <pc:sldMk cId="3668627266" sldId="307"/>
        </pc:sldMkLst>
      </pc:sldChg>
      <pc:sldChg chg="modTransition">
        <pc:chgData name="Ali Sayar" userId="357b44ae-6567-445f-bf6b-cb3db3541f6e" providerId="ADAL" clId="{6A16CD24-13C9-45BD-A35D-1CFB06C4BF7E}" dt="2025-07-05T19:38:27.117" v="31"/>
        <pc:sldMkLst>
          <pc:docMk/>
          <pc:sldMk cId="20277589" sldId="308"/>
        </pc:sldMkLst>
      </pc:sldChg>
      <pc:sldChg chg="modTransition">
        <pc:chgData name="Ali Sayar" userId="357b44ae-6567-445f-bf6b-cb3db3541f6e" providerId="ADAL" clId="{6A16CD24-13C9-45BD-A35D-1CFB06C4BF7E}" dt="2025-07-05T19:38:27.117" v="31"/>
        <pc:sldMkLst>
          <pc:docMk/>
          <pc:sldMk cId="3498626641" sldId="309"/>
        </pc:sldMkLst>
      </pc:sldChg>
      <pc:sldChg chg="modTransition">
        <pc:chgData name="Ali Sayar" userId="357b44ae-6567-445f-bf6b-cb3db3541f6e" providerId="ADAL" clId="{6A16CD24-13C9-45BD-A35D-1CFB06C4BF7E}" dt="2025-07-05T19:38:27.117" v="31"/>
        <pc:sldMkLst>
          <pc:docMk/>
          <pc:sldMk cId="2317156452" sldId="310"/>
        </pc:sldMkLst>
      </pc:sldChg>
      <pc:sldChg chg="modTransition">
        <pc:chgData name="Ali Sayar" userId="357b44ae-6567-445f-bf6b-cb3db3541f6e" providerId="ADAL" clId="{6A16CD24-13C9-45BD-A35D-1CFB06C4BF7E}" dt="2025-07-05T19:38:27.117" v="31"/>
        <pc:sldMkLst>
          <pc:docMk/>
          <pc:sldMk cId="4180735538" sldId="311"/>
        </pc:sldMkLst>
      </pc:sldChg>
      <pc:sldChg chg="modTransition">
        <pc:chgData name="Ali Sayar" userId="357b44ae-6567-445f-bf6b-cb3db3541f6e" providerId="ADAL" clId="{6A16CD24-13C9-45BD-A35D-1CFB06C4BF7E}" dt="2025-07-05T19:38:27.117" v="31"/>
        <pc:sldMkLst>
          <pc:docMk/>
          <pc:sldMk cId="1851635571" sldId="312"/>
        </pc:sldMkLst>
      </pc:sldChg>
      <pc:sldChg chg="modTransition">
        <pc:chgData name="Ali Sayar" userId="357b44ae-6567-445f-bf6b-cb3db3541f6e" providerId="ADAL" clId="{6A16CD24-13C9-45BD-A35D-1CFB06C4BF7E}" dt="2025-07-05T19:38:27.117" v="31"/>
        <pc:sldMkLst>
          <pc:docMk/>
          <pc:sldMk cId="1509651775" sldId="313"/>
        </pc:sldMkLst>
      </pc:sldChg>
      <pc:sldChg chg="modTransition">
        <pc:chgData name="Ali Sayar" userId="357b44ae-6567-445f-bf6b-cb3db3541f6e" providerId="ADAL" clId="{6A16CD24-13C9-45BD-A35D-1CFB06C4BF7E}" dt="2025-07-05T19:38:27.117" v="31"/>
        <pc:sldMkLst>
          <pc:docMk/>
          <pc:sldMk cId="3954437530" sldId="314"/>
        </pc:sldMkLst>
      </pc:sldChg>
      <pc:sldChg chg="modTransition">
        <pc:chgData name="Ali Sayar" userId="357b44ae-6567-445f-bf6b-cb3db3541f6e" providerId="ADAL" clId="{6A16CD24-13C9-45BD-A35D-1CFB06C4BF7E}" dt="2025-07-05T19:38:27.117" v="31"/>
        <pc:sldMkLst>
          <pc:docMk/>
          <pc:sldMk cId="3721354997" sldId="315"/>
        </pc:sldMkLst>
      </pc:sldChg>
      <pc:sldChg chg="modTransition">
        <pc:chgData name="Ali Sayar" userId="357b44ae-6567-445f-bf6b-cb3db3541f6e" providerId="ADAL" clId="{6A16CD24-13C9-45BD-A35D-1CFB06C4BF7E}" dt="2025-07-05T19:38:27.117" v="31"/>
        <pc:sldMkLst>
          <pc:docMk/>
          <pc:sldMk cId="2554350377" sldId="316"/>
        </pc:sldMkLst>
      </pc:sldChg>
      <pc:sldChg chg="modTransition">
        <pc:chgData name="Ali Sayar" userId="357b44ae-6567-445f-bf6b-cb3db3541f6e" providerId="ADAL" clId="{6A16CD24-13C9-45BD-A35D-1CFB06C4BF7E}" dt="2025-07-05T19:38:27.117" v="31"/>
        <pc:sldMkLst>
          <pc:docMk/>
          <pc:sldMk cId="3418131001" sldId="317"/>
        </pc:sldMkLst>
      </pc:sldChg>
      <pc:sldChg chg="modTransition">
        <pc:chgData name="Ali Sayar" userId="357b44ae-6567-445f-bf6b-cb3db3541f6e" providerId="ADAL" clId="{6A16CD24-13C9-45BD-A35D-1CFB06C4BF7E}" dt="2025-07-05T19:38:27.117" v="31"/>
        <pc:sldMkLst>
          <pc:docMk/>
          <pc:sldMk cId="755763143" sldId="320"/>
        </pc:sldMkLst>
      </pc:sldChg>
      <pc:sldChg chg="modTransition">
        <pc:chgData name="Ali Sayar" userId="357b44ae-6567-445f-bf6b-cb3db3541f6e" providerId="ADAL" clId="{6A16CD24-13C9-45BD-A35D-1CFB06C4BF7E}" dt="2025-07-05T19:38:27.117" v="31"/>
        <pc:sldMkLst>
          <pc:docMk/>
          <pc:sldMk cId="646835220" sldId="321"/>
        </pc:sldMkLst>
      </pc:sldChg>
      <pc:sldChg chg="modTransition">
        <pc:chgData name="Ali Sayar" userId="357b44ae-6567-445f-bf6b-cb3db3541f6e" providerId="ADAL" clId="{6A16CD24-13C9-45BD-A35D-1CFB06C4BF7E}" dt="2025-07-05T19:38:27.117" v="31"/>
        <pc:sldMkLst>
          <pc:docMk/>
          <pc:sldMk cId="2582802186" sldId="322"/>
        </pc:sldMkLst>
      </pc:sldChg>
      <pc:sldChg chg="modTransition">
        <pc:chgData name="Ali Sayar" userId="357b44ae-6567-445f-bf6b-cb3db3541f6e" providerId="ADAL" clId="{6A16CD24-13C9-45BD-A35D-1CFB06C4BF7E}" dt="2025-07-05T19:38:27.117" v="31"/>
        <pc:sldMkLst>
          <pc:docMk/>
          <pc:sldMk cId="1566443219" sldId="325"/>
        </pc:sldMkLst>
      </pc:sldChg>
      <pc:sldChg chg="modTransition">
        <pc:chgData name="Ali Sayar" userId="357b44ae-6567-445f-bf6b-cb3db3541f6e" providerId="ADAL" clId="{6A16CD24-13C9-45BD-A35D-1CFB06C4BF7E}" dt="2025-07-05T19:38:27.117" v="31"/>
        <pc:sldMkLst>
          <pc:docMk/>
          <pc:sldMk cId="1354639646" sldId="326"/>
        </pc:sldMkLst>
      </pc:sldChg>
      <pc:sldMasterChg chg="addSp delSp modSp mod modSldLayout">
        <pc:chgData name="Ali Sayar" userId="357b44ae-6567-445f-bf6b-cb3db3541f6e" providerId="ADAL" clId="{6A16CD24-13C9-45BD-A35D-1CFB06C4BF7E}" dt="2025-07-02T16:20:14.076" v="24" actId="478"/>
        <pc:sldMasterMkLst>
          <pc:docMk/>
          <pc:sldMasterMk cId="0" sldId="2147483648"/>
        </pc:sldMasterMkLst>
        <pc:sldLayoutChg chg="addSp delSp">
          <pc:chgData name="Ali Sayar" userId="357b44ae-6567-445f-bf6b-cb3db3541f6e" providerId="ADAL" clId="{6A16CD24-13C9-45BD-A35D-1CFB06C4BF7E}" dt="2025-07-02T16:20:14.076" v="24" actId="478"/>
          <pc:sldLayoutMkLst>
            <pc:docMk/>
            <pc:sldMasterMk cId="0" sldId="2147483648"/>
            <pc:sldLayoutMk cId="0" sldId="2147483655"/>
          </pc:sldLayoutMkLst>
        </pc:sldLayoutChg>
      </pc:sldMasterChg>
    </pc:docChg>
  </pc:docChgLst>
  <pc:docChgLst>
    <pc:chgData name="Ali Sayar" userId="S::ali.sayar@tum.de::357b44ae-6567-445f-bf6b-cb3db3541f6e" providerId="AD" clId="Web-{C772B141-23FD-99EE-F543-BF01D02FDE10}"/>
    <pc:docChg chg="delSld modSld">
      <pc:chgData name="Ali Sayar" userId="S::ali.sayar@tum.de::357b44ae-6567-445f-bf6b-cb3db3541f6e" providerId="AD" clId="Web-{C772B141-23FD-99EE-F543-BF01D02FDE10}" dt="2025-07-02T13:13:44.794" v="73" actId="1076"/>
      <pc:docMkLst>
        <pc:docMk/>
      </pc:docMkLst>
      <pc:sldChg chg="modSp">
        <pc:chgData name="Ali Sayar" userId="S::ali.sayar@tum.de::357b44ae-6567-445f-bf6b-cb3db3541f6e" providerId="AD" clId="Web-{C772B141-23FD-99EE-F543-BF01D02FDE10}" dt="2025-07-02T13:12:24.851" v="64" actId="1076"/>
        <pc:sldMkLst>
          <pc:docMk/>
          <pc:sldMk cId="0" sldId="256"/>
        </pc:sldMkLst>
        <pc:spChg chg="mod">
          <ac:chgData name="Ali Sayar" userId="S::ali.sayar@tum.de::357b44ae-6567-445f-bf6b-cb3db3541f6e" providerId="AD" clId="Web-{C772B141-23FD-99EE-F543-BF01D02FDE10}" dt="2025-07-02T13:00:23.750" v="7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Ali Sayar" userId="S::ali.sayar@tum.de::357b44ae-6567-445f-bf6b-cb3db3541f6e" providerId="AD" clId="Web-{C772B141-23FD-99EE-F543-BF01D02FDE10}" dt="2025-07-02T13:12:24.851" v="64" actId="1076"/>
          <ac:spMkLst>
            <pc:docMk/>
            <pc:sldMk cId="0" sldId="256"/>
            <ac:spMk id="6" creationId="{00000000-0000-0000-0000-000000000000}"/>
          </ac:spMkLst>
        </pc:spChg>
      </pc:sldChg>
      <pc:sldChg chg="modSp">
        <pc:chgData name="Ali Sayar" userId="S::ali.sayar@tum.de::357b44ae-6567-445f-bf6b-cb3db3541f6e" providerId="AD" clId="Web-{C772B141-23FD-99EE-F543-BF01D02FDE10}" dt="2025-07-02T13:04:29.065" v="58" actId="1076"/>
        <pc:sldMkLst>
          <pc:docMk/>
          <pc:sldMk cId="0" sldId="257"/>
        </pc:sldMkLst>
      </pc:sldChg>
      <pc:sldChg chg="modSp">
        <pc:chgData name="Ali Sayar" userId="S::ali.sayar@tum.de::357b44ae-6567-445f-bf6b-cb3db3541f6e" providerId="AD" clId="Web-{C772B141-23FD-99EE-F543-BF01D02FDE10}" dt="2025-07-02T13:12:57.197" v="67" actId="1076"/>
        <pc:sldMkLst>
          <pc:docMk/>
          <pc:sldMk cId="0" sldId="258"/>
        </pc:sldMkLst>
      </pc:sldChg>
      <pc:sldChg chg="modSp">
        <pc:chgData name="Ali Sayar" userId="S::ali.sayar@tum.de::357b44ae-6567-445f-bf6b-cb3db3541f6e" providerId="AD" clId="Web-{C772B141-23FD-99EE-F543-BF01D02FDE10}" dt="2025-07-02T13:04:44.832" v="62" actId="1076"/>
        <pc:sldMkLst>
          <pc:docMk/>
          <pc:sldMk cId="0" sldId="259"/>
        </pc:sldMkLst>
      </pc:sldChg>
      <pc:sldChg chg="modSp">
        <pc:chgData name="Ali Sayar" userId="S::ali.sayar@tum.de::357b44ae-6567-445f-bf6b-cb3db3541f6e" providerId="AD" clId="Web-{C772B141-23FD-99EE-F543-BF01D02FDE10}" dt="2025-07-02T13:13:03.932" v="68" actId="1076"/>
        <pc:sldMkLst>
          <pc:docMk/>
          <pc:sldMk cId="0" sldId="260"/>
        </pc:sldMkLst>
      </pc:sldChg>
      <pc:sldChg chg="modSp">
        <pc:chgData name="Ali Sayar" userId="S::ali.sayar@tum.de::357b44ae-6567-445f-bf6b-cb3db3541f6e" providerId="AD" clId="Web-{C772B141-23FD-99EE-F543-BF01D02FDE10}" dt="2025-07-02T13:13:11.838" v="69" actId="1076"/>
        <pc:sldMkLst>
          <pc:docMk/>
          <pc:sldMk cId="0" sldId="261"/>
        </pc:sldMkLst>
      </pc:sldChg>
      <pc:sldChg chg="delSp modSp del">
        <pc:chgData name="Ali Sayar" userId="S::ali.sayar@tum.de::357b44ae-6567-445f-bf6b-cb3db3541f6e" providerId="AD" clId="Web-{C772B141-23FD-99EE-F543-BF01D02FDE10}" dt="2025-07-02T13:02:36.854" v="18"/>
        <pc:sldMkLst>
          <pc:docMk/>
          <pc:sldMk cId="0" sldId="265"/>
        </pc:sldMkLst>
      </pc:sldChg>
      <pc:sldChg chg="del">
        <pc:chgData name="Ali Sayar" userId="S::ali.sayar@tum.de::357b44ae-6567-445f-bf6b-cb3db3541f6e" providerId="AD" clId="Web-{C772B141-23FD-99EE-F543-BF01D02FDE10}" dt="2025-07-02T13:02:36.854" v="17"/>
        <pc:sldMkLst>
          <pc:docMk/>
          <pc:sldMk cId="0" sldId="266"/>
        </pc:sldMkLst>
      </pc:sldChg>
      <pc:sldChg chg="del">
        <pc:chgData name="Ali Sayar" userId="S::ali.sayar@tum.de::357b44ae-6567-445f-bf6b-cb3db3541f6e" providerId="AD" clId="Web-{C772B141-23FD-99EE-F543-BF01D02FDE10}" dt="2025-07-02T13:02:36.854" v="16"/>
        <pc:sldMkLst>
          <pc:docMk/>
          <pc:sldMk cId="0" sldId="267"/>
        </pc:sldMkLst>
      </pc:sldChg>
      <pc:sldChg chg="del">
        <pc:chgData name="Ali Sayar" userId="S::ali.sayar@tum.de::357b44ae-6567-445f-bf6b-cb3db3541f6e" providerId="AD" clId="Web-{C772B141-23FD-99EE-F543-BF01D02FDE10}" dt="2025-07-02T13:02:36.854" v="15"/>
        <pc:sldMkLst>
          <pc:docMk/>
          <pc:sldMk cId="0" sldId="268"/>
        </pc:sldMkLst>
      </pc:sldChg>
      <pc:sldChg chg="del">
        <pc:chgData name="Ali Sayar" userId="S::ali.sayar@tum.de::357b44ae-6567-445f-bf6b-cb3db3541f6e" providerId="AD" clId="Web-{C772B141-23FD-99EE-F543-BF01D02FDE10}" dt="2025-07-02T13:02:36.854" v="14"/>
        <pc:sldMkLst>
          <pc:docMk/>
          <pc:sldMk cId="0" sldId="269"/>
        </pc:sldMkLst>
      </pc:sldChg>
      <pc:sldChg chg="del">
        <pc:chgData name="Ali Sayar" userId="S::ali.sayar@tum.de::357b44ae-6567-445f-bf6b-cb3db3541f6e" providerId="AD" clId="Web-{C772B141-23FD-99EE-F543-BF01D02FDE10}" dt="2025-07-02T13:02:36.854" v="13"/>
        <pc:sldMkLst>
          <pc:docMk/>
          <pc:sldMk cId="0" sldId="270"/>
        </pc:sldMkLst>
      </pc:sldChg>
      <pc:sldChg chg="del">
        <pc:chgData name="Ali Sayar" userId="S::ali.sayar@tum.de::357b44ae-6567-445f-bf6b-cb3db3541f6e" providerId="AD" clId="Web-{C772B141-23FD-99EE-F543-BF01D02FDE10}" dt="2025-07-02T13:02:36.854" v="12"/>
        <pc:sldMkLst>
          <pc:docMk/>
          <pc:sldMk cId="0" sldId="271"/>
        </pc:sldMkLst>
      </pc:sldChg>
      <pc:sldChg chg="del">
        <pc:chgData name="Ali Sayar" userId="S::ali.sayar@tum.de::357b44ae-6567-445f-bf6b-cb3db3541f6e" providerId="AD" clId="Web-{C772B141-23FD-99EE-F543-BF01D02FDE10}" dt="2025-07-02T13:02:36.854" v="11"/>
        <pc:sldMkLst>
          <pc:docMk/>
          <pc:sldMk cId="0" sldId="272"/>
        </pc:sldMkLst>
      </pc:sldChg>
      <pc:sldChg chg="addSp delSp modSp">
        <pc:chgData name="Ali Sayar" userId="S::ali.sayar@tum.de::357b44ae-6567-445f-bf6b-cb3db3541f6e" providerId="AD" clId="Web-{C772B141-23FD-99EE-F543-BF01D02FDE10}" dt="2025-07-02T13:03:34.733" v="42" actId="14100"/>
        <pc:sldMkLst>
          <pc:docMk/>
          <pc:sldMk cId="0" sldId="273"/>
        </pc:sldMkLst>
      </pc:sldChg>
      <pc:sldChg chg="addSp delSp modSp">
        <pc:chgData name="Ali Sayar" userId="S::ali.sayar@tum.de::357b44ae-6567-445f-bf6b-cb3db3541f6e" providerId="AD" clId="Web-{C772B141-23FD-99EE-F543-BF01D02FDE10}" dt="2025-07-02T13:04:04.173" v="52" actId="20577"/>
        <pc:sldMkLst>
          <pc:docMk/>
          <pc:sldMk cId="0" sldId="274"/>
        </pc:sldMkLst>
      </pc:sldChg>
      <pc:sldChg chg="addSp delSp modSp">
        <pc:chgData name="Ali Sayar" userId="S::ali.sayar@tum.de::357b44ae-6567-445f-bf6b-cb3db3541f6e" providerId="AD" clId="Web-{C772B141-23FD-99EE-F543-BF01D02FDE10}" dt="2025-07-02T13:13:38.606" v="72" actId="1076"/>
        <pc:sldMkLst>
          <pc:docMk/>
          <pc:sldMk cId="0" sldId="275"/>
        </pc:sldMkLst>
      </pc:sldChg>
      <pc:sldChg chg="del">
        <pc:chgData name="Ali Sayar" userId="S::ali.sayar@tum.de::357b44ae-6567-445f-bf6b-cb3db3541f6e" providerId="AD" clId="Web-{C772B141-23FD-99EE-F543-BF01D02FDE10}" dt="2025-07-02T13:02:47.933" v="20"/>
        <pc:sldMkLst>
          <pc:docMk/>
          <pc:sldMk cId="0" sldId="276"/>
        </pc:sldMkLst>
      </pc:sldChg>
      <pc:sldChg chg="del">
        <pc:chgData name="Ali Sayar" userId="S::ali.sayar@tum.de::357b44ae-6567-445f-bf6b-cb3db3541f6e" providerId="AD" clId="Web-{C772B141-23FD-99EE-F543-BF01D02FDE10}" dt="2025-07-02T13:02:47.933" v="19"/>
        <pc:sldMkLst>
          <pc:docMk/>
          <pc:sldMk cId="0" sldId="277"/>
        </pc:sldMkLst>
      </pc:sldChg>
      <pc:sldChg chg="addSp delSp modSp">
        <pc:chgData name="Ali Sayar" userId="S::ali.sayar@tum.de::357b44ae-6567-445f-bf6b-cb3db3541f6e" providerId="AD" clId="Web-{C772B141-23FD-99EE-F543-BF01D02FDE10}" dt="2025-07-02T13:13:44.794" v="73" actId="1076"/>
        <pc:sldMkLst>
          <pc:docMk/>
          <pc:sldMk cId="0" sldId="278"/>
        </pc:sldMkLst>
        <pc:spChg chg="mod">
          <ac:chgData name="Ali Sayar" userId="S::ali.sayar@tum.de::357b44ae-6567-445f-bf6b-cb3db3541f6e" providerId="AD" clId="Web-{C772B141-23FD-99EE-F543-BF01D02FDE10}" dt="2025-07-02T13:13:44.794" v="73" actId="1076"/>
          <ac:spMkLst>
            <pc:docMk/>
            <pc:sldMk cId="0" sldId="278"/>
            <ac:spMk id="4" creationId="{00000000-0000-0000-0000-000000000000}"/>
          </ac:spMkLst>
        </pc:spChg>
        <pc:spChg chg="add mod">
          <ac:chgData name="Ali Sayar" userId="S::ali.sayar@tum.de::357b44ae-6567-445f-bf6b-cb3db3541f6e" providerId="AD" clId="Web-{C772B141-23FD-99EE-F543-BF01D02FDE10}" dt="2025-07-02T13:04:13.986" v="57" actId="20577"/>
          <ac:spMkLst>
            <pc:docMk/>
            <pc:sldMk cId="0" sldId="278"/>
            <ac:spMk id="7" creationId="{8E5222E1-7178-0C00-6AEE-0B341CE0E27E}"/>
          </ac:spMkLst>
        </pc:spChg>
      </pc:sldChg>
    </pc:docChg>
  </pc:docChgLst>
  <pc:docChgLst>
    <pc:chgData name="Ali Sayar" userId="S::ali.sayar@tum.de::357b44ae-6567-445f-bf6b-cb3db3541f6e" providerId="AD" clId="Web-{259089E4-37D5-0351-FE73-4F9ECC3F873F}"/>
    <pc:docChg chg="modSld">
      <pc:chgData name="Ali Sayar" userId="S::ali.sayar@tum.de::357b44ae-6567-445f-bf6b-cb3db3541f6e" providerId="AD" clId="Web-{259089E4-37D5-0351-FE73-4F9ECC3F873F}" dt="2025-07-02T16:36:20.125" v="199" actId="1076"/>
      <pc:docMkLst>
        <pc:docMk/>
      </pc:docMkLst>
      <pc:sldChg chg="modSp">
        <pc:chgData name="Ali Sayar" userId="S::ali.sayar@tum.de::357b44ae-6567-445f-bf6b-cb3db3541f6e" providerId="AD" clId="Web-{259089E4-37D5-0351-FE73-4F9ECC3F873F}" dt="2025-07-02T16:36:20.125" v="199" actId="1076"/>
        <pc:sldMkLst>
          <pc:docMk/>
          <pc:sldMk cId="0" sldId="256"/>
        </pc:sldMkLst>
        <pc:spChg chg="mod">
          <ac:chgData name="Ali Sayar" userId="S::ali.sayar@tum.de::357b44ae-6567-445f-bf6b-cb3db3541f6e" providerId="AD" clId="Web-{259089E4-37D5-0351-FE73-4F9ECC3F873F}" dt="2025-07-02T16:36:20.125" v="199" actId="1076"/>
          <ac:spMkLst>
            <pc:docMk/>
            <pc:sldMk cId="0" sldId="256"/>
            <ac:spMk id="5" creationId="{00000000-0000-0000-0000-000000000000}"/>
          </ac:spMkLst>
        </pc:spChg>
      </pc:sldChg>
      <pc:sldChg chg="addSp modSp">
        <pc:chgData name="Ali Sayar" userId="S::ali.sayar@tum.de::357b44ae-6567-445f-bf6b-cb3db3541f6e" providerId="AD" clId="Web-{259089E4-37D5-0351-FE73-4F9ECC3F873F}" dt="2025-07-02T16:35:09.135" v="192" actId="20577"/>
        <pc:sldMkLst>
          <pc:docMk/>
          <pc:sldMk cId="0" sldId="258"/>
        </pc:sldMkLst>
      </pc:sldChg>
      <pc:sldChg chg="addSp delSp modSp">
        <pc:chgData name="Ali Sayar" userId="S::ali.sayar@tum.de::357b44ae-6567-445f-bf6b-cb3db3541f6e" providerId="AD" clId="Web-{259089E4-37D5-0351-FE73-4F9ECC3F873F}" dt="2025-07-02T16:36:08.077" v="198"/>
        <pc:sldMkLst>
          <pc:docMk/>
          <pc:sldMk cId="0" sldId="259"/>
        </pc:sldMkLst>
      </pc:sldChg>
    </pc:docChg>
  </pc:docChgLst>
  <pc:docChgLst>
    <pc:chgData name="Ali Sayar" userId="S::ali.sayar@tum.de::357b44ae-6567-445f-bf6b-cb3db3541f6e" providerId="AD" clId="Web-{F4B972CE-9BFF-5731-E08E-4073F2E03F41}"/>
    <pc:docChg chg="modSld">
      <pc:chgData name="Ali Sayar" userId="S::ali.sayar@tum.de::357b44ae-6567-445f-bf6b-cb3db3541f6e" providerId="AD" clId="Web-{F4B972CE-9BFF-5731-E08E-4073F2E03F41}" dt="2025-07-04T10:24:27.752" v="0" actId="20577"/>
      <pc:docMkLst>
        <pc:docMk/>
      </pc:docMkLst>
      <pc:sldChg chg="modSp">
        <pc:chgData name="Ali Sayar" userId="S::ali.sayar@tum.de::357b44ae-6567-445f-bf6b-cb3db3541f6e" providerId="AD" clId="Web-{F4B972CE-9BFF-5731-E08E-4073F2E03F41}" dt="2025-07-04T10:24:27.752" v="0" actId="20577"/>
        <pc:sldMkLst>
          <pc:docMk/>
          <pc:sldMk cId="0" sldId="256"/>
        </pc:sldMkLst>
        <pc:spChg chg="mod">
          <ac:chgData name="Ali Sayar" userId="S::ali.sayar@tum.de::357b44ae-6567-445f-bf6b-cb3db3541f6e" providerId="AD" clId="Web-{F4B972CE-9BFF-5731-E08E-4073F2E03F41}" dt="2025-07-04T10:24:27.752" v="0" actId="20577"/>
          <ac:spMkLst>
            <pc:docMk/>
            <pc:sldMk cId="0" sldId="256"/>
            <ac:spMk id="12" creationId="{668C1995-44BA-9367-52AD-FD937CE6AD9C}"/>
          </ac:spMkLst>
        </pc:spChg>
      </pc:sldChg>
    </pc:docChg>
  </pc:docChgLst>
  <pc:docChgLst>
    <pc:chgData name="Ali Sayar" userId="S::ali.sayar@tum.de::357b44ae-6567-445f-bf6b-cb3db3541f6e" providerId="AD" clId="Web-{E2617F0D-A683-4250-66A6-6279F0736309}"/>
    <pc:docChg chg="addSld delSld modSld sldOrd">
      <pc:chgData name="Ali Sayar" userId="S::ali.sayar@tum.de::357b44ae-6567-445f-bf6b-cb3db3541f6e" providerId="AD" clId="Web-{E2617F0D-A683-4250-66A6-6279F0736309}" dt="2025-07-02T22:35:40.249" v="337" actId="1076"/>
      <pc:docMkLst>
        <pc:docMk/>
      </pc:docMkLst>
      <pc:sldChg chg="addSp delSp modSp">
        <pc:chgData name="Ali Sayar" userId="S::ali.sayar@tum.de::357b44ae-6567-445f-bf6b-cb3db3541f6e" providerId="AD" clId="Web-{E2617F0D-A683-4250-66A6-6279F0736309}" dt="2025-07-02T22:35:40.249" v="337" actId="1076"/>
        <pc:sldMkLst>
          <pc:docMk/>
          <pc:sldMk cId="0" sldId="257"/>
        </pc:sldMkLst>
      </pc:sldChg>
      <pc:sldChg chg="delSp ord">
        <pc:chgData name="Ali Sayar" userId="S::ali.sayar@tum.de::357b44ae-6567-445f-bf6b-cb3db3541f6e" providerId="AD" clId="Web-{E2617F0D-A683-4250-66A6-6279F0736309}" dt="2025-07-02T22:35:16.122" v="330"/>
        <pc:sldMkLst>
          <pc:docMk/>
          <pc:sldMk cId="0" sldId="258"/>
        </pc:sldMkLst>
      </pc:sldChg>
      <pc:sldChg chg="addSp delSp modSp">
        <pc:chgData name="Ali Sayar" userId="S::ali.sayar@tum.de::357b44ae-6567-445f-bf6b-cb3db3541f6e" providerId="AD" clId="Web-{E2617F0D-A683-4250-66A6-6279F0736309}" dt="2025-07-02T20:59:34.636" v="191"/>
        <pc:sldMkLst>
          <pc:docMk/>
          <pc:sldMk cId="0" sldId="262"/>
        </pc:sldMkLst>
      </pc:sldChg>
      <pc:sldChg chg="ord">
        <pc:chgData name="Ali Sayar" userId="S::ali.sayar@tum.de::357b44ae-6567-445f-bf6b-cb3db3541f6e" providerId="AD" clId="Web-{E2617F0D-A683-4250-66A6-6279F0736309}" dt="2025-07-02T20:58:16.899" v="166"/>
        <pc:sldMkLst>
          <pc:docMk/>
          <pc:sldMk cId="0" sldId="263"/>
        </pc:sldMkLst>
      </pc:sldChg>
      <pc:sldChg chg="add del replId">
        <pc:chgData name="Ali Sayar" userId="S::ali.sayar@tum.de::357b44ae-6567-445f-bf6b-cb3db3541f6e" providerId="AD" clId="Web-{E2617F0D-A683-4250-66A6-6279F0736309}" dt="2025-07-02T20:27:40.017" v="3"/>
        <pc:sldMkLst>
          <pc:docMk/>
          <pc:sldMk cId="2448102735" sldId="279"/>
        </pc:sldMkLst>
      </pc:sldChg>
      <pc:sldChg chg="addSp delSp modSp">
        <pc:chgData name="Ali Sayar" userId="S::ali.sayar@tum.de::357b44ae-6567-445f-bf6b-cb3db3541f6e" providerId="AD" clId="Web-{E2617F0D-A683-4250-66A6-6279F0736309}" dt="2025-07-02T22:13:39.991" v="213"/>
        <pc:sldMkLst>
          <pc:docMk/>
          <pc:sldMk cId="4077447092" sldId="280"/>
        </pc:sldMkLst>
      </pc:sldChg>
      <pc:sldChg chg="addSp delSp modSp add replId">
        <pc:chgData name="Ali Sayar" userId="S::ali.sayar@tum.de::357b44ae-6567-445f-bf6b-cb3db3541f6e" providerId="AD" clId="Web-{E2617F0D-A683-4250-66A6-6279F0736309}" dt="2025-07-02T22:32:17.611" v="289" actId="20577"/>
        <pc:sldMkLst>
          <pc:docMk/>
          <pc:sldMk cId="2463203443" sldId="289"/>
        </pc:sldMkLst>
      </pc:sldChg>
      <pc:sldChg chg="modSp">
        <pc:chgData name="Ali Sayar" userId="S::ali.sayar@tum.de::357b44ae-6567-445f-bf6b-cb3db3541f6e" providerId="AD" clId="Web-{E2617F0D-A683-4250-66A6-6279F0736309}" dt="2025-07-02T22:32:53.379" v="300" actId="20577"/>
        <pc:sldMkLst>
          <pc:docMk/>
          <pc:sldMk cId="1601684601" sldId="293"/>
        </pc:sldMkLst>
        <pc:spChg chg="mod">
          <ac:chgData name="Ali Sayar" userId="S::ali.sayar@tum.de::357b44ae-6567-445f-bf6b-cb3db3541f6e" providerId="AD" clId="Web-{E2617F0D-A683-4250-66A6-6279F0736309}" dt="2025-07-02T22:32:53.379" v="300" actId="20577"/>
          <ac:spMkLst>
            <pc:docMk/>
            <pc:sldMk cId="1601684601" sldId="293"/>
            <ac:spMk id="13" creationId="{CEC34656-F477-E34F-1697-3666FEDF7736}"/>
          </ac:spMkLst>
        </pc:spChg>
      </pc:sldChg>
    </pc:docChg>
  </pc:docChgLst>
  <pc:docChgLst>
    <pc:chgData name="Yamama Al Mghawish" userId="S::go73kaq@tum.de::2bdffd8e-3ced-4725-bb7c-eafec86fca7e" providerId="AD" clId="Web-{5FBB7AEC-DE2A-2AA9-2D72-B50F0EC8237B}"/>
    <pc:docChg chg="modSld">
      <pc:chgData name="Yamama Al Mghawish" userId="S::go73kaq@tum.de::2bdffd8e-3ced-4725-bb7c-eafec86fca7e" providerId="AD" clId="Web-{5FBB7AEC-DE2A-2AA9-2D72-B50F0EC8237B}" dt="2025-07-05T11:43:34.259" v="6"/>
      <pc:docMkLst>
        <pc:docMk/>
      </pc:docMkLst>
      <pc:sldChg chg="modNotes">
        <pc:chgData name="Yamama Al Mghawish" userId="S::go73kaq@tum.de::2bdffd8e-3ced-4725-bb7c-eafec86fca7e" providerId="AD" clId="Web-{5FBB7AEC-DE2A-2AA9-2D72-B50F0EC8237B}" dt="2025-07-05T11:43:18.461" v="1"/>
        <pc:sldMkLst>
          <pc:docMk/>
          <pc:sldMk cId="4180735538" sldId="311"/>
        </pc:sldMkLst>
      </pc:sldChg>
      <pc:sldChg chg="modNotes">
        <pc:chgData name="Yamama Al Mghawish" userId="S::go73kaq@tum.de::2bdffd8e-3ced-4725-bb7c-eafec86fca7e" providerId="AD" clId="Web-{5FBB7AEC-DE2A-2AA9-2D72-B50F0EC8237B}" dt="2025-07-05T11:43:10.227" v="0"/>
        <pc:sldMkLst>
          <pc:docMk/>
          <pc:sldMk cId="1851635571" sldId="312"/>
        </pc:sldMkLst>
      </pc:sldChg>
      <pc:sldChg chg="modNotes">
        <pc:chgData name="Yamama Al Mghawish" userId="S::go73kaq@tum.de::2bdffd8e-3ced-4725-bb7c-eafec86fca7e" providerId="AD" clId="Web-{5FBB7AEC-DE2A-2AA9-2D72-B50F0EC8237B}" dt="2025-07-05T11:43:21.711" v="2"/>
        <pc:sldMkLst>
          <pc:docMk/>
          <pc:sldMk cId="3954437530" sldId="314"/>
        </pc:sldMkLst>
      </pc:sldChg>
      <pc:sldChg chg="modNotes">
        <pc:chgData name="Yamama Al Mghawish" userId="S::go73kaq@tum.de::2bdffd8e-3ced-4725-bb7c-eafec86fca7e" providerId="AD" clId="Web-{5FBB7AEC-DE2A-2AA9-2D72-B50F0EC8237B}" dt="2025-07-05T11:43:25.852" v="3"/>
        <pc:sldMkLst>
          <pc:docMk/>
          <pc:sldMk cId="3721354997" sldId="315"/>
        </pc:sldMkLst>
      </pc:sldChg>
      <pc:sldChg chg="modNotes">
        <pc:chgData name="Yamama Al Mghawish" userId="S::go73kaq@tum.de::2bdffd8e-3ced-4725-bb7c-eafec86fca7e" providerId="AD" clId="Web-{5FBB7AEC-DE2A-2AA9-2D72-B50F0EC8237B}" dt="2025-07-05T11:43:34.259" v="6"/>
        <pc:sldMkLst>
          <pc:docMk/>
          <pc:sldMk cId="2554350377" sldId="316"/>
        </pc:sldMkLst>
      </pc:sldChg>
      <pc:sldChg chg="modNotes">
        <pc:chgData name="Yamama Al Mghawish" userId="S::go73kaq@tum.de::2bdffd8e-3ced-4725-bb7c-eafec86fca7e" providerId="AD" clId="Web-{5FBB7AEC-DE2A-2AA9-2D72-B50F0EC8237B}" dt="2025-07-05T11:43:30.102" v="5"/>
        <pc:sldMkLst>
          <pc:docMk/>
          <pc:sldMk cId="3418131001" sldId="317"/>
        </pc:sldMkLst>
      </pc:sldChg>
    </pc:docChg>
  </pc:docChgLst>
  <pc:docChgLst>
    <pc:chgData name="Ali Sayar" userId="S::ali.sayar@tum.de::357b44ae-6567-445f-bf6b-cb3db3541f6e" providerId="AD" clId="Web-{3D9A87D4-924D-9FF1-E950-FC4D02784482}"/>
    <pc:docChg chg="modSld">
      <pc:chgData name="Ali Sayar" userId="S::ali.sayar@tum.de::357b44ae-6567-445f-bf6b-cb3db3541f6e" providerId="AD" clId="Web-{3D9A87D4-924D-9FF1-E950-FC4D02784482}" dt="2025-07-02T23:15:53.093" v="25"/>
      <pc:docMkLst>
        <pc:docMk/>
      </pc:docMkLst>
      <pc:sldChg chg="modSp">
        <pc:chgData name="Ali Sayar" userId="S::ali.sayar@tum.de::357b44ae-6567-445f-bf6b-cb3db3541f6e" providerId="AD" clId="Web-{3D9A87D4-924D-9FF1-E950-FC4D02784482}" dt="2025-07-02T23:05:29.556" v="0"/>
        <pc:sldMkLst>
          <pc:docMk/>
          <pc:sldMk cId="527987813" sldId="296"/>
        </pc:sldMkLst>
      </pc:sldChg>
      <pc:sldChg chg="addSp delSp modSp">
        <pc:chgData name="Ali Sayar" userId="S::ali.sayar@tum.de::357b44ae-6567-445f-bf6b-cb3db3541f6e" providerId="AD" clId="Web-{3D9A87D4-924D-9FF1-E950-FC4D02784482}" dt="2025-07-02T23:15:53.093" v="25"/>
        <pc:sldMkLst>
          <pc:docMk/>
          <pc:sldMk cId="4272719243" sldId="297"/>
        </pc:sldMkLst>
      </pc:sldChg>
    </pc:docChg>
  </pc:docChgLst>
  <pc:docChgLst>
    <pc:chgData name="Farzad Zandi" userId="62093cc4-92bc-4b60-bbc5-63ade526f3ef" providerId="ADAL" clId="{60E41794-42AE-48B4-9283-B3EAF58C7E82}"/>
    <pc:docChg chg="undo custSel addSld delSld modSld">
      <pc:chgData name="Farzad Zandi" userId="62093cc4-92bc-4b60-bbc5-63ade526f3ef" providerId="ADAL" clId="{60E41794-42AE-48B4-9283-B3EAF58C7E82}" dt="2025-07-05T17:44:40.013" v="97" actId="47"/>
      <pc:docMkLst>
        <pc:docMk/>
      </pc:docMkLst>
      <pc:sldChg chg="addSp modSp mod">
        <pc:chgData name="Farzad Zandi" userId="62093cc4-92bc-4b60-bbc5-63ade526f3ef" providerId="ADAL" clId="{60E41794-42AE-48B4-9283-B3EAF58C7E82}" dt="2025-07-05T16:21:29.445" v="94" actId="1076"/>
        <pc:sldMkLst>
          <pc:docMk/>
          <pc:sldMk cId="0" sldId="256"/>
        </pc:sldMkLst>
        <pc:spChg chg="mod">
          <ac:chgData name="Farzad Zandi" userId="62093cc4-92bc-4b60-bbc5-63ade526f3ef" providerId="ADAL" clId="{60E41794-42AE-48B4-9283-B3EAF58C7E82}" dt="2025-07-03T16:29:03.573" v="78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Farzad Zandi" userId="62093cc4-92bc-4b60-bbc5-63ade526f3ef" providerId="ADAL" clId="{60E41794-42AE-48B4-9283-B3EAF58C7E82}" dt="2025-07-05T16:21:11.344" v="89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Farzad Zandi" userId="62093cc4-92bc-4b60-bbc5-63ade526f3ef" providerId="ADAL" clId="{60E41794-42AE-48B4-9283-B3EAF58C7E82}" dt="2025-07-05T16:21:29.445" v="94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Farzad Zandi" userId="62093cc4-92bc-4b60-bbc5-63ade526f3ef" providerId="ADAL" clId="{60E41794-42AE-48B4-9283-B3EAF58C7E82}" dt="2025-07-05T16:19:47.072" v="83" actId="1076"/>
          <ac:spMkLst>
            <pc:docMk/>
            <pc:sldMk cId="0" sldId="256"/>
            <ac:spMk id="10" creationId="{00000000-0000-0000-0000-000000000000}"/>
          </ac:spMkLst>
        </pc:spChg>
        <pc:spChg chg="add mod">
          <ac:chgData name="Farzad Zandi" userId="62093cc4-92bc-4b60-bbc5-63ade526f3ef" providerId="ADAL" clId="{60E41794-42AE-48B4-9283-B3EAF58C7E82}" dt="2025-07-05T16:21:25.047" v="93" actId="1076"/>
          <ac:spMkLst>
            <pc:docMk/>
            <pc:sldMk cId="0" sldId="256"/>
            <ac:spMk id="12" creationId="{838CFFEA-E653-1840-EDB8-F66B901B08F1}"/>
          </ac:spMkLst>
        </pc:spChg>
      </pc:sldChg>
      <pc:sldChg chg="mod modShow">
        <pc:chgData name="Farzad Zandi" userId="62093cc4-92bc-4b60-bbc5-63ade526f3ef" providerId="ADAL" clId="{60E41794-42AE-48B4-9283-B3EAF58C7E82}" dt="2025-07-03T13:28:30.396" v="28" actId="729"/>
        <pc:sldMkLst>
          <pc:docMk/>
          <pc:sldMk cId="3540593864" sldId="306"/>
        </pc:sldMkLst>
      </pc:sldChg>
      <pc:sldChg chg="modSp mod">
        <pc:chgData name="Farzad Zandi" userId="62093cc4-92bc-4b60-bbc5-63ade526f3ef" providerId="ADAL" clId="{60E41794-42AE-48B4-9283-B3EAF58C7E82}" dt="2025-07-05T16:07:38.155" v="79" actId="1038"/>
        <pc:sldMkLst>
          <pc:docMk/>
          <pc:sldMk cId="3498626641" sldId="309"/>
        </pc:sldMkLst>
        <pc:graphicFrameChg chg="mod">
          <ac:chgData name="Farzad Zandi" userId="62093cc4-92bc-4b60-bbc5-63ade526f3ef" providerId="ADAL" clId="{60E41794-42AE-48B4-9283-B3EAF58C7E82}" dt="2025-07-05T16:07:38.155" v="79" actId="1038"/>
          <ac:graphicFrameMkLst>
            <pc:docMk/>
            <pc:sldMk cId="3498626641" sldId="309"/>
            <ac:graphicFrameMk id="15" creationId="{6F9284E6-5F0C-569E-1F14-4F7AD8028B05}"/>
          </ac:graphicFrameMkLst>
        </pc:graphicFrameChg>
      </pc:sldChg>
      <pc:sldChg chg="addSp delSp modSp mod">
        <pc:chgData name="Farzad Zandi" userId="62093cc4-92bc-4b60-bbc5-63ade526f3ef" providerId="ADAL" clId="{60E41794-42AE-48B4-9283-B3EAF58C7E82}" dt="2025-07-03T13:33:04.299" v="73" actId="1076"/>
        <pc:sldMkLst>
          <pc:docMk/>
          <pc:sldMk cId="1851635571" sldId="312"/>
        </pc:sldMkLst>
      </pc:sldChg>
      <pc:sldChg chg="delSp mod">
        <pc:chgData name="Farzad Zandi" userId="62093cc4-92bc-4b60-bbc5-63ade526f3ef" providerId="ADAL" clId="{60E41794-42AE-48B4-9283-B3EAF58C7E82}" dt="2025-07-05T17:44:01.311" v="95" actId="478"/>
        <pc:sldMkLst>
          <pc:docMk/>
          <pc:sldMk cId="3418131001" sldId="317"/>
        </pc:sldMkLst>
        <pc:spChg chg="del">
          <ac:chgData name="Farzad Zandi" userId="62093cc4-92bc-4b60-bbc5-63ade526f3ef" providerId="ADAL" clId="{60E41794-42AE-48B4-9283-B3EAF58C7E82}" dt="2025-07-05T17:44:01.311" v="95" actId="478"/>
          <ac:spMkLst>
            <pc:docMk/>
            <pc:sldMk cId="3418131001" sldId="317"/>
            <ac:spMk id="11" creationId="{A5F60A66-7126-77CE-A3BC-8696053E7BB8}"/>
          </ac:spMkLst>
        </pc:spChg>
      </pc:sldChg>
      <pc:sldChg chg="addSp delSp modSp add mod">
        <pc:chgData name="Farzad Zandi" userId="62093cc4-92bc-4b60-bbc5-63ade526f3ef" providerId="ADAL" clId="{60E41794-42AE-48B4-9283-B3EAF58C7E82}" dt="2025-07-03T13:30:15.587" v="58" actId="1076"/>
        <pc:sldMkLst>
          <pc:docMk/>
          <pc:sldMk cId="1354639646" sldId="326"/>
        </pc:sldMkLst>
        <pc:spChg chg="mod">
          <ac:chgData name="Farzad Zandi" userId="62093cc4-92bc-4b60-bbc5-63ade526f3ef" providerId="ADAL" clId="{60E41794-42AE-48B4-9283-B3EAF58C7E82}" dt="2025-07-03T13:29:54.518" v="52" actId="1076"/>
          <ac:spMkLst>
            <pc:docMk/>
            <pc:sldMk cId="1354639646" sldId="326"/>
            <ac:spMk id="4" creationId="{94709F6A-A142-6D21-788D-17A9CD62442A}"/>
          </ac:spMkLst>
        </pc:spChg>
        <pc:spChg chg="add mod">
          <ac:chgData name="Farzad Zandi" userId="62093cc4-92bc-4b60-bbc5-63ade526f3ef" providerId="ADAL" clId="{60E41794-42AE-48B4-9283-B3EAF58C7E82}" dt="2025-07-03T13:28:51.888" v="32" actId="14100"/>
          <ac:spMkLst>
            <pc:docMk/>
            <pc:sldMk cId="1354639646" sldId="326"/>
            <ac:spMk id="5" creationId="{7C744F20-710F-97C8-5FB1-24C6B9C05989}"/>
          </ac:spMkLst>
        </pc:spChg>
        <pc:spChg chg="mod">
          <ac:chgData name="Farzad Zandi" userId="62093cc4-92bc-4b60-bbc5-63ade526f3ef" providerId="ADAL" clId="{60E41794-42AE-48B4-9283-B3EAF58C7E82}" dt="2025-07-03T13:30:06.076" v="56" actId="14100"/>
          <ac:spMkLst>
            <pc:docMk/>
            <pc:sldMk cId="1354639646" sldId="326"/>
            <ac:spMk id="6" creationId="{E6732D46-A4B3-CE36-2553-B54B6412ADB3}"/>
          </ac:spMkLst>
        </pc:spChg>
        <pc:spChg chg="mod">
          <ac:chgData name="Farzad Zandi" userId="62093cc4-92bc-4b60-bbc5-63ade526f3ef" providerId="ADAL" clId="{60E41794-42AE-48B4-9283-B3EAF58C7E82}" dt="2025-07-03T13:29:57.324" v="53" actId="1076"/>
          <ac:spMkLst>
            <pc:docMk/>
            <pc:sldMk cId="1354639646" sldId="326"/>
            <ac:spMk id="8" creationId="{181D396A-5F01-4626-2993-CFBDE12DB1A6}"/>
          </ac:spMkLst>
        </pc:spChg>
        <pc:spChg chg="mod">
          <ac:chgData name="Farzad Zandi" userId="62093cc4-92bc-4b60-bbc5-63ade526f3ef" providerId="ADAL" clId="{60E41794-42AE-48B4-9283-B3EAF58C7E82}" dt="2025-07-03T13:29:27.200" v="45" actId="1076"/>
          <ac:spMkLst>
            <pc:docMk/>
            <pc:sldMk cId="1354639646" sldId="326"/>
            <ac:spMk id="14" creationId="{EABE1CE5-9B42-807A-DE14-981491A0BA7C}"/>
          </ac:spMkLst>
        </pc:spChg>
        <pc:graphicFrameChg chg="add mod">
          <ac:chgData name="Farzad Zandi" userId="62093cc4-92bc-4b60-bbc5-63ade526f3ef" providerId="ADAL" clId="{60E41794-42AE-48B4-9283-B3EAF58C7E82}" dt="2025-07-03T13:30:15.587" v="58" actId="1076"/>
          <ac:graphicFrameMkLst>
            <pc:docMk/>
            <pc:sldMk cId="1354639646" sldId="326"/>
            <ac:graphicFrameMk id="9" creationId="{B99953DB-AC8B-DC1F-FF65-9D993DF86E96}"/>
          </ac:graphicFrameMkLst>
        </pc:graphicFrameChg>
        <pc:cxnChg chg="mod">
          <ac:chgData name="Farzad Zandi" userId="62093cc4-92bc-4b60-bbc5-63ade526f3ef" providerId="ADAL" clId="{60E41794-42AE-48B4-9283-B3EAF58C7E82}" dt="2025-07-03T13:29:33.372" v="46" actId="1076"/>
          <ac:cxnSpMkLst>
            <pc:docMk/>
            <pc:sldMk cId="1354639646" sldId="326"/>
            <ac:cxnSpMk id="12" creationId="{2F4FB98E-5069-3688-122B-702843963C67}"/>
          </ac:cxnSpMkLst>
        </pc:cxnChg>
      </pc:sldChg>
      <pc:sldChg chg="new del">
        <pc:chgData name="Farzad Zandi" userId="62093cc4-92bc-4b60-bbc5-63ade526f3ef" providerId="ADAL" clId="{60E41794-42AE-48B4-9283-B3EAF58C7E82}" dt="2025-07-05T17:44:40.013" v="97" actId="47"/>
        <pc:sldMkLst>
          <pc:docMk/>
          <pc:sldMk cId="299689961" sldId="327"/>
        </pc:sldMkLst>
      </pc:sldChg>
    </pc:docChg>
  </pc:docChgLst>
  <pc:docChgLst>
    <pc:chgData name="Venüs Türesin" userId="S::venus.tueresin@tum.de::811cd87e-63b8-472e-a9a9-bc3cbe4d15e7" providerId="AD" clId="Web-{1B4DFCFE-D468-2FE9-6C30-BED181003DF4}"/>
    <pc:docChg chg="addSld delSld modSld sldOrd">
      <pc:chgData name="Venüs Türesin" userId="S::venus.tueresin@tum.de::811cd87e-63b8-472e-a9a9-bc3cbe4d15e7" providerId="AD" clId="Web-{1B4DFCFE-D468-2FE9-6C30-BED181003DF4}" dt="2025-07-03T01:08:53.267" v="783" actId="1076"/>
      <pc:docMkLst>
        <pc:docMk/>
      </pc:docMkLst>
      <pc:sldChg chg="mod ord modShow">
        <pc:chgData name="Venüs Türesin" userId="S::venus.tueresin@tum.de::811cd87e-63b8-472e-a9a9-bc3cbe4d15e7" providerId="AD" clId="Web-{1B4DFCFE-D468-2FE9-6C30-BED181003DF4}" dt="2025-07-03T00:15:38.016" v="591"/>
        <pc:sldMkLst>
          <pc:docMk/>
          <pc:sldMk cId="0" sldId="257"/>
        </pc:sldMkLst>
      </pc:sldChg>
      <pc:sldChg chg="del">
        <pc:chgData name="Venüs Türesin" userId="S::venus.tueresin@tum.de::811cd87e-63b8-472e-a9a9-bc3cbe4d15e7" providerId="AD" clId="Web-{1B4DFCFE-D468-2FE9-6C30-BED181003DF4}" dt="2025-07-02T23:49:43.288" v="480"/>
        <pc:sldMkLst>
          <pc:docMk/>
          <pc:sldMk cId="0" sldId="258"/>
        </pc:sldMkLst>
      </pc:sldChg>
      <pc:sldChg chg="addSp delSp modSp del">
        <pc:chgData name="Venüs Türesin" userId="S::venus.tueresin@tum.de::811cd87e-63b8-472e-a9a9-bc3cbe4d15e7" providerId="AD" clId="Web-{1B4DFCFE-D468-2FE9-6C30-BED181003DF4}" dt="2025-07-02T23:49:15.724" v="478"/>
        <pc:sldMkLst>
          <pc:docMk/>
          <pc:sldMk cId="0" sldId="259"/>
        </pc:sldMkLst>
      </pc:sldChg>
      <pc:sldChg chg="addSp delSp del">
        <pc:chgData name="Venüs Türesin" userId="S::venus.tueresin@tum.de::811cd87e-63b8-472e-a9a9-bc3cbe4d15e7" providerId="AD" clId="Web-{1B4DFCFE-D468-2FE9-6C30-BED181003DF4}" dt="2025-07-02T19:49:30.743" v="73"/>
        <pc:sldMkLst>
          <pc:docMk/>
          <pc:sldMk cId="0" sldId="260"/>
        </pc:sldMkLst>
      </pc:sldChg>
      <pc:sldChg chg="addSp delSp modSp del">
        <pc:chgData name="Venüs Türesin" userId="S::venus.tueresin@tum.de::811cd87e-63b8-472e-a9a9-bc3cbe4d15e7" providerId="AD" clId="Web-{1B4DFCFE-D468-2FE9-6C30-BED181003DF4}" dt="2025-07-03T00:15:24.515" v="588"/>
        <pc:sldMkLst>
          <pc:docMk/>
          <pc:sldMk cId="0" sldId="261"/>
        </pc:sldMkLst>
      </pc:sldChg>
      <pc:sldChg chg="addSp delSp modSp del">
        <pc:chgData name="Venüs Türesin" userId="S::venus.tueresin@tum.de::811cd87e-63b8-472e-a9a9-bc3cbe4d15e7" providerId="AD" clId="Web-{1B4DFCFE-D468-2FE9-6C30-BED181003DF4}" dt="2025-07-02T23:50:39.510" v="490"/>
        <pc:sldMkLst>
          <pc:docMk/>
          <pc:sldMk cId="2463203443" sldId="289"/>
        </pc:sldMkLst>
      </pc:sldChg>
      <pc:sldChg chg="addSp delSp modSp add del ord replId">
        <pc:chgData name="Venüs Türesin" userId="S::venus.tueresin@tum.de::811cd87e-63b8-472e-a9a9-bc3cbe4d15e7" providerId="AD" clId="Web-{1B4DFCFE-D468-2FE9-6C30-BED181003DF4}" dt="2025-07-03T00:15:28.984" v="589"/>
        <pc:sldMkLst>
          <pc:docMk/>
          <pc:sldMk cId="1874347139" sldId="291"/>
        </pc:sldMkLst>
      </pc:sldChg>
      <pc:sldChg chg="addSp delSp modSp add del replId">
        <pc:chgData name="Venüs Türesin" userId="S::venus.tueresin@tum.de::811cd87e-63b8-472e-a9a9-bc3cbe4d15e7" providerId="AD" clId="Web-{1B4DFCFE-D468-2FE9-6C30-BED181003DF4}" dt="2025-07-03T00:15:20.140" v="587"/>
        <pc:sldMkLst>
          <pc:docMk/>
          <pc:sldMk cId="1002477951" sldId="292"/>
        </pc:sldMkLst>
      </pc:sldChg>
      <pc:sldChg chg="new del">
        <pc:chgData name="Venüs Türesin" userId="S::venus.tueresin@tum.de::811cd87e-63b8-472e-a9a9-bc3cbe4d15e7" providerId="AD" clId="Web-{1B4DFCFE-D468-2FE9-6C30-BED181003DF4}" dt="2025-07-02T21:59:09.208" v="137"/>
        <pc:sldMkLst>
          <pc:docMk/>
          <pc:sldMk cId="1213268824" sldId="293"/>
        </pc:sldMkLst>
      </pc:sldChg>
      <pc:sldChg chg="addSp delSp modSp add replId">
        <pc:chgData name="Venüs Türesin" userId="S::venus.tueresin@tum.de::811cd87e-63b8-472e-a9a9-bc3cbe4d15e7" providerId="AD" clId="Web-{1B4DFCFE-D468-2FE9-6C30-BED181003DF4}" dt="2025-07-02T23:43:25.829" v="475" actId="14100"/>
        <pc:sldMkLst>
          <pc:docMk/>
          <pc:sldMk cId="1601684601" sldId="293"/>
        </pc:sldMkLst>
        <pc:spChg chg="add mod">
          <ac:chgData name="Venüs Türesin" userId="S::venus.tueresin@tum.de::811cd87e-63b8-472e-a9a9-bc3cbe4d15e7" providerId="AD" clId="Web-{1B4DFCFE-D468-2FE9-6C30-BED181003DF4}" dt="2025-07-02T23:43:25.829" v="475" actId="14100"/>
          <ac:spMkLst>
            <pc:docMk/>
            <pc:sldMk cId="1601684601" sldId="293"/>
            <ac:spMk id="13" creationId="{CEC34656-F477-E34F-1697-3666FEDF7736}"/>
          </ac:spMkLst>
        </pc:spChg>
        <pc:cxnChg chg="add mod">
          <ac:chgData name="Venüs Türesin" userId="S::venus.tueresin@tum.de::811cd87e-63b8-472e-a9a9-bc3cbe4d15e7" providerId="AD" clId="Web-{1B4DFCFE-D468-2FE9-6C30-BED181003DF4}" dt="2025-07-02T22:02:12.405" v="151"/>
          <ac:cxnSpMkLst>
            <pc:docMk/>
            <pc:sldMk cId="1601684601" sldId="293"/>
            <ac:cxnSpMk id="12" creationId="{CBCA6F23-65E0-70B4-B0CC-DD057239CB64}"/>
          </ac:cxnSpMkLst>
        </pc:cxnChg>
      </pc:sldChg>
      <pc:sldChg chg="addSp delSp modSp add replId">
        <pc:chgData name="Venüs Türesin" userId="S::venus.tueresin@tum.de::811cd87e-63b8-472e-a9a9-bc3cbe4d15e7" providerId="AD" clId="Web-{1B4DFCFE-D468-2FE9-6C30-BED181003DF4}" dt="2025-07-02T22:34:28.209" v="199"/>
        <pc:sldMkLst>
          <pc:docMk/>
          <pc:sldMk cId="3623443337" sldId="294"/>
        </pc:sldMkLst>
        <pc:spChg chg="add mod">
          <ac:chgData name="Venüs Türesin" userId="S::venus.tueresin@tum.de::811cd87e-63b8-472e-a9a9-bc3cbe4d15e7" providerId="AD" clId="Web-{1B4DFCFE-D468-2FE9-6C30-BED181003DF4}" dt="2025-07-02T22:34:28.209" v="199"/>
          <ac:spMkLst>
            <pc:docMk/>
            <pc:sldMk cId="3623443337" sldId="294"/>
            <ac:spMk id="5" creationId="{4EA54A1A-74E2-ABC5-CF70-F18E49B409EE}"/>
          </ac:spMkLst>
        </pc:spChg>
      </pc:sldChg>
      <pc:sldChg chg="addSp delSp modSp add replId">
        <pc:chgData name="Venüs Türesin" userId="S::venus.tueresin@tum.de::811cd87e-63b8-472e-a9a9-bc3cbe4d15e7" providerId="AD" clId="Web-{1B4DFCFE-D468-2FE9-6C30-BED181003DF4}" dt="2025-07-02T22:32:57.594" v="197" actId="1076"/>
        <pc:sldMkLst>
          <pc:docMk/>
          <pc:sldMk cId="1697796391" sldId="295"/>
        </pc:sldMkLst>
        <pc:spChg chg="add mod">
          <ac:chgData name="Venüs Türesin" userId="S::venus.tueresin@tum.de::811cd87e-63b8-472e-a9a9-bc3cbe4d15e7" providerId="AD" clId="Web-{1B4DFCFE-D468-2FE9-6C30-BED181003DF4}" dt="2025-07-02T22:32:57.594" v="197" actId="1076"/>
          <ac:spMkLst>
            <pc:docMk/>
            <pc:sldMk cId="1697796391" sldId="295"/>
            <ac:spMk id="9" creationId="{84459A4D-9AE9-24F5-C416-989B5CE3F435}"/>
          </ac:spMkLst>
        </pc:spChg>
        <pc:picChg chg="add">
          <ac:chgData name="Venüs Türesin" userId="S::venus.tueresin@tum.de::811cd87e-63b8-472e-a9a9-bc3cbe4d15e7" providerId="AD" clId="Web-{1B4DFCFE-D468-2FE9-6C30-BED181003DF4}" dt="2025-07-02T22:26:59.808" v="189"/>
          <ac:picMkLst>
            <pc:docMk/>
            <pc:sldMk cId="1697796391" sldId="295"/>
            <ac:picMk id="11" creationId="{7702E369-A093-964A-D7D6-D391BAD09A26}"/>
          </ac:picMkLst>
        </pc:picChg>
      </pc:sldChg>
      <pc:sldChg chg="addSp delSp modSp add replId">
        <pc:chgData name="Venüs Türesin" userId="S::venus.tueresin@tum.de::811cd87e-63b8-472e-a9a9-bc3cbe4d15e7" providerId="AD" clId="Web-{1B4DFCFE-D468-2FE9-6C30-BED181003DF4}" dt="2025-07-02T23:21:51.911" v="377" actId="1076"/>
        <pc:sldMkLst>
          <pc:docMk/>
          <pc:sldMk cId="527987813" sldId="296"/>
        </pc:sldMkLst>
        <pc:spChg chg="mod">
          <ac:chgData name="Venüs Türesin" userId="S::venus.tueresin@tum.de::811cd87e-63b8-472e-a9a9-bc3cbe4d15e7" providerId="AD" clId="Web-{1B4DFCFE-D468-2FE9-6C30-BED181003DF4}" dt="2025-07-02T22:38:01.080" v="204" actId="1076"/>
          <ac:spMkLst>
            <pc:docMk/>
            <pc:sldMk cId="527987813" sldId="296"/>
            <ac:spMk id="9" creationId="{1C2A066F-20F5-9134-79C9-CA7034DFED7B}"/>
          </ac:spMkLst>
        </pc:spChg>
      </pc:sldChg>
      <pc:sldChg chg="addSp delSp modSp add replId">
        <pc:chgData name="Venüs Türesin" userId="S::venus.tueresin@tum.de::811cd87e-63b8-472e-a9a9-bc3cbe4d15e7" providerId="AD" clId="Web-{1B4DFCFE-D468-2FE9-6C30-BED181003DF4}" dt="2025-07-02T23:10:15.950" v="342"/>
        <pc:sldMkLst>
          <pc:docMk/>
          <pc:sldMk cId="4272719243" sldId="297"/>
        </pc:sldMkLst>
        <pc:spChg chg="mod">
          <ac:chgData name="Venüs Türesin" userId="S::venus.tueresin@tum.de::811cd87e-63b8-472e-a9a9-bc3cbe4d15e7" providerId="AD" clId="Web-{1B4DFCFE-D468-2FE9-6C30-BED181003DF4}" dt="2025-07-02T22:46:10.373" v="224"/>
          <ac:spMkLst>
            <pc:docMk/>
            <pc:sldMk cId="4272719243" sldId="297"/>
            <ac:spMk id="6" creationId="{F7BFB94B-1359-2FE7-0625-32E77D41596F}"/>
          </ac:spMkLst>
        </pc:spChg>
        <pc:spChg chg="add mod">
          <ac:chgData name="Venüs Türesin" userId="S::venus.tueresin@tum.de::811cd87e-63b8-472e-a9a9-bc3cbe4d15e7" providerId="AD" clId="Web-{1B4DFCFE-D468-2FE9-6C30-BED181003DF4}" dt="2025-07-02T22:49:53.698" v="236" actId="1076"/>
          <ac:spMkLst>
            <pc:docMk/>
            <pc:sldMk cId="4272719243" sldId="297"/>
            <ac:spMk id="10" creationId="{F512D843-4F1C-CCB7-B8F5-C707064ADE0D}"/>
          </ac:spMkLst>
        </pc:spChg>
        <pc:spChg chg="add mod">
          <ac:chgData name="Venüs Türesin" userId="S::venus.tueresin@tum.de::811cd87e-63b8-472e-a9a9-bc3cbe4d15e7" providerId="AD" clId="Web-{1B4DFCFE-D468-2FE9-6C30-BED181003DF4}" dt="2025-07-02T23:04:58.176" v="334" actId="1076"/>
          <ac:spMkLst>
            <pc:docMk/>
            <pc:sldMk cId="4272719243" sldId="297"/>
            <ac:spMk id="11" creationId="{96E0059F-A2E7-861F-2FAB-3ED2A30C1774}"/>
          </ac:spMkLst>
        </pc:spChg>
        <pc:spChg chg="add mod">
          <ac:chgData name="Venüs Türesin" userId="S::venus.tueresin@tum.de::811cd87e-63b8-472e-a9a9-bc3cbe4d15e7" providerId="AD" clId="Web-{1B4DFCFE-D468-2FE9-6C30-BED181003DF4}" dt="2025-07-02T22:59:15.844" v="291" actId="1076"/>
          <ac:spMkLst>
            <pc:docMk/>
            <pc:sldMk cId="4272719243" sldId="297"/>
            <ac:spMk id="13" creationId="{A48569E3-4501-8538-8EE0-D9D901668823}"/>
          </ac:spMkLst>
        </pc:spChg>
        <pc:spChg chg="add mod">
          <ac:chgData name="Venüs Türesin" userId="S::venus.tueresin@tum.de::811cd87e-63b8-472e-a9a9-bc3cbe4d15e7" providerId="AD" clId="Web-{1B4DFCFE-D468-2FE9-6C30-BED181003DF4}" dt="2025-07-02T23:04:36.253" v="332" actId="1076"/>
          <ac:spMkLst>
            <pc:docMk/>
            <pc:sldMk cId="4272719243" sldId="297"/>
            <ac:spMk id="14" creationId="{AE2BC1E4-1ABF-946E-24E7-B250347CB21B}"/>
          </ac:spMkLst>
        </pc:spChg>
        <pc:spChg chg="add mod">
          <ac:chgData name="Venüs Türesin" userId="S::venus.tueresin@tum.de::811cd87e-63b8-472e-a9a9-bc3cbe4d15e7" providerId="AD" clId="Web-{1B4DFCFE-D468-2FE9-6C30-BED181003DF4}" dt="2025-07-02T23:04:19.361" v="329" actId="1076"/>
          <ac:spMkLst>
            <pc:docMk/>
            <pc:sldMk cId="4272719243" sldId="297"/>
            <ac:spMk id="15" creationId="{BC5EEA03-E39B-D838-170F-5352ECAE57A3}"/>
          </ac:spMkLst>
        </pc:spChg>
        <pc:spChg chg="add mod">
          <ac:chgData name="Venüs Türesin" userId="S::venus.tueresin@tum.de::811cd87e-63b8-472e-a9a9-bc3cbe4d15e7" providerId="AD" clId="Web-{1B4DFCFE-D468-2FE9-6C30-BED181003DF4}" dt="2025-07-02T23:04:19.377" v="330" actId="1076"/>
          <ac:spMkLst>
            <pc:docMk/>
            <pc:sldMk cId="4272719243" sldId="297"/>
            <ac:spMk id="18" creationId="{EAAEA047-7042-23F1-7896-5B2C6C81B035}"/>
          </ac:spMkLst>
        </pc:spChg>
        <pc:spChg chg="add mod ord">
          <ac:chgData name="Venüs Türesin" userId="S::venus.tueresin@tum.de::811cd87e-63b8-472e-a9a9-bc3cbe4d15e7" providerId="AD" clId="Web-{1B4DFCFE-D468-2FE9-6C30-BED181003DF4}" dt="2025-07-02T23:04:19.346" v="328" actId="1076"/>
          <ac:spMkLst>
            <pc:docMk/>
            <pc:sldMk cId="4272719243" sldId="297"/>
            <ac:spMk id="19" creationId="{AF945D57-A97A-1969-3627-B2E2A6CAED32}"/>
          </ac:spMkLst>
        </pc:spChg>
        <pc:spChg chg="add del mod ord">
          <ac:chgData name="Venüs Türesin" userId="S::venus.tueresin@tum.de::811cd87e-63b8-472e-a9a9-bc3cbe4d15e7" providerId="AD" clId="Web-{1B4DFCFE-D468-2FE9-6C30-BED181003DF4}" dt="2025-07-02T23:05:31.069" v="338"/>
          <ac:spMkLst>
            <pc:docMk/>
            <pc:sldMk cId="4272719243" sldId="297"/>
            <ac:spMk id="20" creationId="{178B7517-DC2F-D156-52F5-2F1ACF036C4A}"/>
          </ac:spMkLst>
        </pc:spChg>
        <pc:spChg chg="add mod">
          <ac:chgData name="Venüs Türesin" userId="S::venus.tueresin@tum.de::811cd87e-63b8-472e-a9a9-bc3cbe4d15e7" providerId="AD" clId="Web-{1B4DFCFE-D468-2FE9-6C30-BED181003DF4}" dt="2025-07-02T23:05:11.943" v="336" actId="1076"/>
          <ac:spMkLst>
            <pc:docMk/>
            <pc:sldMk cId="4272719243" sldId="297"/>
            <ac:spMk id="21" creationId="{A8F79CD5-BC96-E6EE-858C-05B85145B26C}"/>
          </ac:spMkLst>
        </pc:spChg>
      </pc:sldChg>
      <pc:sldChg chg="addSp delSp modSp add replId">
        <pc:chgData name="Venüs Türesin" userId="S::venus.tueresin@tum.de::811cd87e-63b8-472e-a9a9-bc3cbe4d15e7" providerId="AD" clId="Web-{1B4DFCFE-D468-2FE9-6C30-BED181003DF4}" dt="2025-07-02T23:23:44.183" v="400"/>
        <pc:sldMkLst>
          <pc:docMk/>
          <pc:sldMk cId="1197355519" sldId="298"/>
        </pc:sldMkLst>
        <pc:spChg chg="add mod">
          <ac:chgData name="Venüs Türesin" userId="S::venus.tueresin@tum.de::811cd87e-63b8-472e-a9a9-bc3cbe4d15e7" providerId="AD" clId="Web-{1B4DFCFE-D468-2FE9-6C30-BED181003DF4}" dt="2025-07-02T23:11:55.033" v="348" actId="14100"/>
          <ac:spMkLst>
            <pc:docMk/>
            <pc:sldMk cId="1197355519" sldId="298"/>
            <ac:spMk id="5" creationId="{A003ACBE-0C46-CD57-8A74-461F95A7CD64}"/>
          </ac:spMkLst>
        </pc:spChg>
        <pc:spChg chg="mod">
          <ac:chgData name="Venüs Türesin" userId="S::venus.tueresin@tum.de::811cd87e-63b8-472e-a9a9-bc3cbe4d15e7" providerId="AD" clId="Web-{1B4DFCFE-D468-2FE9-6C30-BED181003DF4}" dt="2025-07-02T23:21:48.114" v="373" actId="14100"/>
          <ac:spMkLst>
            <pc:docMk/>
            <pc:sldMk cId="1197355519" sldId="298"/>
            <ac:spMk id="6" creationId="{881FD2A3-25A1-6BB0-0BC3-8F91B2AE9B14}"/>
          </ac:spMkLst>
        </pc:spChg>
        <pc:spChg chg="add del">
          <ac:chgData name="Venüs Türesin" userId="S::venus.tueresin@tum.de::811cd87e-63b8-472e-a9a9-bc3cbe4d15e7" providerId="AD" clId="Web-{1B4DFCFE-D468-2FE9-6C30-BED181003DF4}" dt="2025-07-02T23:23:42.230" v="399"/>
          <ac:spMkLst>
            <pc:docMk/>
            <pc:sldMk cId="1197355519" sldId="298"/>
            <ac:spMk id="10" creationId="{E9AE9429-37F8-3C2B-A44B-3A33F50CB9CB}"/>
          </ac:spMkLst>
        </pc:spChg>
        <pc:spChg chg="mod">
          <ac:chgData name="Venüs Türesin" userId="S::venus.tueresin@tum.de::811cd87e-63b8-472e-a9a9-bc3cbe4d15e7" providerId="AD" clId="Web-{1B4DFCFE-D468-2FE9-6C30-BED181003DF4}" dt="2025-07-02T23:13:36.883" v="354" actId="1076"/>
          <ac:spMkLst>
            <pc:docMk/>
            <pc:sldMk cId="1197355519" sldId="298"/>
            <ac:spMk id="21" creationId="{D9AA362F-9F60-BF94-DE71-C1D7946E8EEF}"/>
          </ac:spMkLst>
        </pc:spChg>
      </pc:sldChg>
      <pc:sldChg chg="addSp delSp modSp add replId">
        <pc:chgData name="Venüs Türesin" userId="S::venus.tueresin@tum.de::811cd87e-63b8-472e-a9a9-bc3cbe4d15e7" providerId="AD" clId="Web-{1B4DFCFE-D468-2FE9-6C30-BED181003DF4}" dt="2025-07-02T23:41:56.168" v="461" actId="1076"/>
        <pc:sldMkLst>
          <pc:docMk/>
          <pc:sldMk cId="2136992838" sldId="299"/>
        </pc:sldMkLst>
        <pc:spChg chg="mod">
          <ac:chgData name="Venüs Türesin" userId="S::venus.tueresin@tum.de::811cd87e-63b8-472e-a9a9-bc3cbe4d15e7" providerId="AD" clId="Web-{1B4DFCFE-D468-2FE9-6C30-BED181003DF4}" dt="2025-07-02T23:26:28.443" v="402"/>
          <ac:spMkLst>
            <pc:docMk/>
            <pc:sldMk cId="2136992838" sldId="299"/>
            <ac:spMk id="10" creationId="{952A51B0-9F4F-D212-FF7F-0DCCCAE3CD08}"/>
          </ac:spMkLst>
        </pc:spChg>
        <pc:spChg chg="add mod">
          <ac:chgData name="Venüs Türesin" userId="S::venus.tueresin@tum.de::811cd87e-63b8-472e-a9a9-bc3cbe4d15e7" providerId="AD" clId="Web-{1B4DFCFE-D468-2FE9-6C30-BED181003DF4}" dt="2025-07-02T23:36:27.649" v="441" actId="1076"/>
          <ac:spMkLst>
            <pc:docMk/>
            <pc:sldMk cId="2136992838" sldId="299"/>
            <ac:spMk id="15" creationId="{218E410C-15D9-9689-770B-D9BFCF4A52D9}"/>
          </ac:spMkLst>
        </pc:spChg>
        <pc:spChg chg="add mod">
          <ac:chgData name="Venüs Türesin" userId="S::venus.tueresin@tum.de::811cd87e-63b8-472e-a9a9-bc3cbe4d15e7" providerId="AD" clId="Web-{1B4DFCFE-D468-2FE9-6C30-BED181003DF4}" dt="2025-07-02T23:36:32.462" v="443" actId="1076"/>
          <ac:spMkLst>
            <pc:docMk/>
            <pc:sldMk cId="2136992838" sldId="299"/>
            <ac:spMk id="16" creationId="{8604B5D1-FCDA-9711-B414-B197345BFBCD}"/>
          </ac:spMkLst>
        </pc:spChg>
        <pc:spChg chg="add mod">
          <ac:chgData name="Venüs Türesin" userId="S::venus.tueresin@tum.de::811cd87e-63b8-472e-a9a9-bc3cbe4d15e7" providerId="AD" clId="Web-{1B4DFCFE-D468-2FE9-6C30-BED181003DF4}" dt="2025-07-02T23:36:29.727" v="442" actId="1076"/>
          <ac:spMkLst>
            <pc:docMk/>
            <pc:sldMk cId="2136992838" sldId="299"/>
            <ac:spMk id="17" creationId="{5B9D7B88-F7D8-0413-64D9-A8F4746CBCE9}"/>
          </ac:spMkLst>
        </pc:spChg>
        <pc:spChg chg="add mod">
          <ac:chgData name="Venüs Türesin" userId="S::venus.tueresin@tum.de::811cd87e-63b8-472e-a9a9-bc3cbe4d15e7" providerId="AD" clId="Web-{1B4DFCFE-D468-2FE9-6C30-BED181003DF4}" dt="2025-07-02T23:36:36.134" v="444" actId="1076"/>
          <ac:spMkLst>
            <pc:docMk/>
            <pc:sldMk cId="2136992838" sldId="299"/>
            <ac:spMk id="18" creationId="{6FE2E858-19AC-826D-320B-51D4800FFEE0}"/>
          </ac:spMkLst>
        </pc:spChg>
        <pc:spChg chg="add mod">
          <ac:chgData name="Venüs Türesin" userId="S::venus.tueresin@tum.de::811cd87e-63b8-472e-a9a9-bc3cbe4d15e7" providerId="AD" clId="Web-{1B4DFCFE-D468-2FE9-6C30-BED181003DF4}" dt="2025-07-02T23:41:56.168" v="461" actId="1076"/>
          <ac:spMkLst>
            <pc:docMk/>
            <pc:sldMk cId="2136992838" sldId="299"/>
            <ac:spMk id="22" creationId="{5B9A6173-299E-3F7E-1076-4117FA01A22D}"/>
          </ac:spMkLst>
        </pc:spChg>
        <pc:picChg chg="add mod modCrop">
          <ac:chgData name="Venüs Türesin" userId="S::venus.tueresin@tum.de::811cd87e-63b8-472e-a9a9-bc3cbe4d15e7" providerId="AD" clId="Web-{1B4DFCFE-D468-2FE9-6C30-BED181003DF4}" dt="2025-07-02T23:33:32.280" v="419" actId="14100"/>
          <ac:picMkLst>
            <pc:docMk/>
            <pc:sldMk cId="2136992838" sldId="299"/>
            <ac:picMk id="11" creationId="{3FABE210-21CD-3AD5-1124-35082258D318}"/>
          </ac:picMkLst>
        </pc:picChg>
        <pc:cxnChg chg="add mod">
          <ac:chgData name="Venüs Türesin" userId="S::venus.tueresin@tum.de::811cd87e-63b8-472e-a9a9-bc3cbe4d15e7" providerId="AD" clId="Web-{1B4DFCFE-D468-2FE9-6C30-BED181003DF4}" dt="2025-07-02T23:30:03.081" v="408" actId="14100"/>
          <ac:cxnSpMkLst>
            <pc:docMk/>
            <pc:sldMk cId="2136992838" sldId="299"/>
            <ac:cxnSpMk id="9" creationId="{D03FDABC-C6E3-515C-5498-75CF1C44D541}"/>
          </ac:cxnSpMkLst>
        </pc:cxnChg>
      </pc:sldChg>
      <pc:sldChg chg="addSp delSp modSp add replId">
        <pc:chgData name="Venüs Türesin" userId="S::venus.tueresin@tum.de::811cd87e-63b8-472e-a9a9-bc3cbe4d15e7" providerId="AD" clId="Web-{1B4DFCFE-D468-2FE9-6C30-BED181003DF4}" dt="2025-07-03T00:03:28.616" v="539" actId="1076"/>
        <pc:sldMkLst>
          <pc:docMk/>
          <pc:sldMk cId="2881522593" sldId="300"/>
        </pc:sldMkLst>
        <pc:spChg chg="add mod">
          <ac:chgData name="Venüs Türesin" userId="S::venus.tueresin@tum.de::811cd87e-63b8-472e-a9a9-bc3cbe4d15e7" providerId="AD" clId="Web-{1B4DFCFE-D468-2FE9-6C30-BED181003DF4}" dt="2025-07-02T23:48:49.081" v="477"/>
          <ac:spMkLst>
            <pc:docMk/>
            <pc:sldMk cId="2881522593" sldId="300"/>
            <ac:spMk id="14" creationId="{6049CB97-8854-C3DA-5239-57113CA2D655}"/>
          </ac:spMkLst>
        </pc:spChg>
        <pc:spChg chg="add mod">
          <ac:chgData name="Venüs Türesin" userId="S::venus.tueresin@tum.de::811cd87e-63b8-472e-a9a9-bc3cbe4d15e7" providerId="AD" clId="Web-{1B4DFCFE-D468-2FE9-6C30-BED181003DF4}" dt="2025-07-03T00:03:28.616" v="539" actId="1076"/>
          <ac:spMkLst>
            <pc:docMk/>
            <pc:sldMk cId="2881522593" sldId="300"/>
            <ac:spMk id="19" creationId="{A1F835D9-1638-A9FD-9754-DB0E1168743E}"/>
          </ac:spMkLst>
        </pc:spChg>
        <pc:picChg chg="add mod modCrop">
          <ac:chgData name="Venüs Türesin" userId="S::venus.tueresin@tum.de::811cd87e-63b8-472e-a9a9-bc3cbe4d15e7" providerId="AD" clId="Web-{1B4DFCFE-D468-2FE9-6C30-BED181003DF4}" dt="2025-07-03T00:00:44.950" v="533" actId="1076"/>
          <ac:picMkLst>
            <pc:docMk/>
            <pc:sldMk cId="2881522593" sldId="300"/>
            <ac:picMk id="24" creationId="{68554E2B-6C97-7EAD-CD11-85A9117D3471}"/>
          </ac:picMkLst>
        </pc:picChg>
      </pc:sldChg>
      <pc:sldChg chg="addSp delSp modSp add del replId">
        <pc:chgData name="Venüs Türesin" userId="S::venus.tueresin@tum.de::811cd87e-63b8-472e-a9a9-bc3cbe4d15e7" providerId="AD" clId="Web-{1B4DFCFE-D468-2FE9-6C30-BED181003DF4}" dt="2025-07-03T00:15:13.827" v="586"/>
        <pc:sldMkLst>
          <pc:docMk/>
          <pc:sldMk cId="2422692994" sldId="302"/>
        </pc:sldMkLst>
      </pc:sldChg>
      <pc:sldChg chg="addSp delSp modSp add replId">
        <pc:chgData name="Venüs Türesin" userId="S::venus.tueresin@tum.de::811cd87e-63b8-472e-a9a9-bc3cbe4d15e7" providerId="AD" clId="Web-{1B4DFCFE-D468-2FE9-6C30-BED181003DF4}" dt="2025-07-03T00:05:02.699" v="549" actId="1076"/>
        <pc:sldMkLst>
          <pc:docMk/>
          <pc:sldMk cId="2561810721" sldId="303"/>
        </pc:sldMkLst>
        <pc:spChg chg="mod">
          <ac:chgData name="Venüs Türesin" userId="S::venus.tueresin@tum.de::811cd87e-63b8-472e-a9a9-bc3cbe4d15e7" providerId="AD" clId="Web-{1B4DFCFE-D468-2FE9-6C30-BED181003DF4}" dt="2025-07-03T00:03:11.240" v="537" actId="14100"/>
          <ac:spMkLst>
            <pc:docMk/>
            <pc:sldMk cId="2561810721" sldId="303"/>
            <ac:spMk id="20" creationId="{3AC1E060-8671-B75E-4A49-9E7050ABA86D}"/>
          </ac:spMkLst>
        </pc:spChg>
        <pc:spChg chg="mod">
          <ac:chgData name="Venüs Türesin" userId="S::venus.tueresin@tum.de::811cd87e-63b8-472e-a9a9-bc3cbe4d15e7" providerId="AD" clId="Web-{1B4DFCFE-D468-2FE9-6C30-BED181003DF4}" dt="2025-07-03T00:04:40.854" v="546" actId="14100"/>
          <ac:spMkLst>
            <pc:docMk/>
            <pc:sldMk cId="2561810721" sldId="303"/>
            <ac:spMk id="21" creationId="{B3F98089-C168-6723-15A3-F491F26C4E4D}"/>
          </ac:spMkLst>
        </pc:spChg>
        <pc:picChg chg="add mod modCrop">
          <ac:chgData name="Venüs Türesin" userId="S::venus.tueresin@tum.de::811cd87e-63b8-472e-a9a9-bc3cbe4d15e7" providerId="AD" clId="Web-{1B4DFCFE-D468-2FE9-6C30-BED181003DF4}" dt="2025-07-03T00:05:02.699" v="549" actId="1076"/>
          <ac:picMkLst>
            <pc:docMk/>
            <pc:sldMk cId="2561810721" sldId="303"/>
            <ac:picMk id="5" creationId="{DB56BA2B-D36F-B4F2-07BA-26AD100D863A}"/>
          </ac:picMkLst>
        </pc:picChg>
      </pc:sldChg>
      <pc:sldChg chg="addSp delSp modSp add replId">
        <pc:chgData name="Venüs Türesin" userId="S::venus.tueresin@tum.de::811cd87e-63b8-472e-a9a9-bc3cbe4d15e7" providerId="AD" clId="Web-{1B4DFCFE-D468-2FE9-6C30-BED181003DF4}" dt="2025-07-03T00:13:15.321" v="568"/>
        <pc:sldMkLst>
          <pc:docMk/>
          <pc:sldMk cId="2994076483" sldId="304"/>
        </pc:sldMkLst>
        <pc:spChg chg="mod">
          <ac:chgData name="Venüs Türesin" userId="S::venus.tueresin@tum.de::811cd87e-63b8-472e-a9a9-bc3cbe4d15e7" providerId="AD" clId="Web-{1B4DFCFE-D468-2FE9-6C30-BED181003DF4}" dt="2025-07-03T00:08:19.913" v="551"/>
          <ac:spMkLst>
            <pc:docMk/>
            <pc:sldMk cId="2994076483" sldId="304"/>
            <ac:spMk id="20" creationId="{624ACC5C-04D0-FE74-1927-B6B10A92EF6E}"/>
          </ac:spMkLst>
        </pc:spChg>
        <pc:spChg chg="mod">
          <ac:chgData name="Venüs Türesin" userId="S::venus.tueresin@tum.de::811cd87e-63b8-472e-a9a9-bc3cbe4d15e7" providerId="AD" clId="Web-{1B4DFCFE-D468-2FE9-6C30-BED181003DF4}" dt="2025-07-03T00:11:24.908" v="553"/>
          <ac:spMkLst>
            <pc:docMk/>
            <pc:sldMk cId="2994076483" sldId="304"/>
            <ac:spMk id="21" creationId="{BED4B3FB-7F90-99EA-14CE-C7AB77BF1A0C}"/>
          </ac:spMkLst>
        </pc:spChg>
        <pc:picChg chg="add mod ord modCrop">
          <ac:chgData name="Venüs Türesin" userId="S::venus.tueresin@tum.de::811cd87e-63b8-472e-a9a9-bc3cbe4d15e7" providerId="AD" clId="Web-{1B4DFCFE-D468-2FE9-6C30-BED181003DF4}" dt="2025-07-03T00:13:15.321" v="568"/>
          <ac:picMkLst>
            <pc:docMk/>
            <pc:sldMk cId="2994076483" sldId="304"/>
            <ac:picMk id="6" creationId="{80092D24-CB4F-1D3B-6CFD-6D597248565B}"/>
          </ac:picMkLst>
        </pc:picChg>
      </pc:sldChg>
      <pc:sldChg chg="addSp delSp modSp add replId">
        <pc:chgData name="Venüs Türesin" userId="S::venus.tueresin@tum.de::811cd87e-63b8-472e-a9a9-bc3cbe4d15e7" providerId="AD" clId="Web-{1B4DFCFE-D468-2FE9-6C30-BED181003DF4}" dt="2025-07-03T00:15:05.358" v="585" actId="1076"/>
        <pc:sldMkLst>
          <pc:docMk/>
          <pc:sldMk cId="3740327008" sldId="305"/>
        </pc:sldMkLst>
        <pc:spChg chg="add mod">
          <ac:chgData name="Venüs Türesin" userId="S::venus.tueresin@tum.de::811cd87e-63b8-472e-a9a9-bc3cbe4d15e7" providerId="AD" clId="Web-{1B4DFCFE-D468-2FE9-6C30-BED181003DF4}" dt="2025-07-03T00:15:05.358" v="585" actId="1076"/>
          <ac:spMkLst>
            <pc:docMk/>
            <pc:sldMk cId="3740327008" sldId="305"/>
            <ac:spMk id="9" creationId="{A2DAE464-D155-14F7-F596-544729DA41F0}"/>
          </ac:spMkLst>
        </pc:spChg>
        <pc:picChg chg="add mod">
          <ac:chgData name="Venüs Türesin" userId="S::venus.tueresin@tum.de::811cd87e-63b8-472e-a9a9-bc3cbe4d15e7" providerId="AD" clId="Web-{1B4DFCFE-D468-2FE9-6C30-BED181003DF4}" dt="2025-07-03T00:15:05.358" v="584" actId="1076"/>
          <ac:picMkLst>
            <pc:docMk/>
            <pc:sldMk cId="3740327008" sldId="305"/>
            <ac:picMk id="5" creationId="{041876A5-B3F4-300F-0222-F69C94BC2EA9}"/>
          </ac:picMkLst>
        </pc:picChg>
      </pc:sldChg>
      <pc:sldChg chg="addSp delSp modSp add replId">
        <pc:chgData name="Venüs Türesin" userId="S::venus.tueresin@tum.de::811cd87e-63b8-472e-a9a9-bc3cbe4d15e7" providerId="AD" clId="Web-{1B4DFCFE-D468-2FE9-6C30-BED181003DF4}" dt="2025-07-03T00:45:14.883" v="706" actId="1076"/>
        <pc:sldMkLst>
          <pc:docMk/>
          <pc:sldMk cId="3540593864" sldId="306"/>
        </pc:sldMkLst>
        <pc:spChg chg="add mod">
          <ac:chgData name="Venüs Türesin" userId="S::venus.tueresin@tum.de::811cd87e-63b8-472e-a9a9-bc3cbe4d15e7" providerId="AD" clId="Web-{1B4DFCFE-D468-2FE9-6C30-BED181003DF4}" dt="2025-07-03T00:45:14.883" v="706" actId="1076"/>
          <ac:spMkLst>
            <pc:docMk/>
            <pc:sldMk cId="3540593864" sldId="306"/>
            <ac:spMk id="4" creationId="{73B765B2-0E36-E874-5570-8E86319E487D}"/>
          </ac:spMkLst>
        </pc:spChg>
        <pc:spChg chg="add mod">
          <ac:chgData name="Venüs Türesin" userId="S::venus.tueresin@tum.de::811cd87e-63b8-472e-a9a9-bc3cbe4d15e7" providerId="AD" clId="Web-{1B4DFCFE-D468-2FE9-6C30-BED181003DF4}" dt="2025-07-03T00:36:07.101" v="669" actId="1076"/>
          <ac:spMkLst>
            <pc:docMk/>
            <pc:sldMk cId="3540593864" sldId="306"/>
            <ac:spMk id="6" creationId="{0C4BC5F7-6AF8-8E5C-ECAA-4A49440B1B40}"/>
          </ac:spMkLst>
        </pc:spChg>
        <pc:spChg chg="add mod">
          <ac:chgData name="Venüs Türesin" userId="S::venus.tueresin@tum.de::811cd87e-63b8-472e-a9a9-bc3cbe4d15e7" providerId="AD" clId="Web-{1B4DFCFE-D468-2FE9-6C30-BED181003DF4}" dt="2025-07-03T00:36:03.679" v="668" actId="1076"/>
          <ac:spMkLst>
            <pc:docMk/>
            <pc:sldMk cId="3540593864" sldId="306"/>
            <ac:spMk id="8" creationId="{424FD8F7-B4BE-6FA4-9FB3-1940EB490FD6}"/>
          </ac:spMkLst>
        </pc:spChg>
        <pc:spChg chg="add mod">
          <ac:chgData name="Venüs Türesin" userId="S::venus.tueresin@tum.de::811cd87e-63b8-472e-a9a9-bc3cbe4d15e7" providerId="AD" clId="Web-{1B4DFCFE-D468-2FE9-6C30-BED181003DF4}" dt="2025-07-03T00:43:03.173" v="699" actId="1076"/>
          <ac:spMkLst>
            <pc:docMk/>
            <pc:sldMk cId="3540593864" sldId="306"/>
            <ac:spMk id="11" creationId="{49E79C0C-1EBF-F465-0AD8-C870B06AC0A1}"/>
          </ac:spMkLst>
        </pc:spChg>
        <pc:spChg chg="add del mod">
          <ac:chgData name="Venüs Türesin" userId="S::venus.tueresin@tum.de::811cd87e-63b8-472e-a9a9-bc3cbe4d15e7" providerId="AD" clId="Web-{1B4DFCFE-D468-2FE9-6C30-BED181003DF4}" dt="2025-07-03T00:42:57.735" v="698" actId="14100"/>
          <ac:spMkLst>
            <pc:docMk/>
            <pc:sldMk cId="3540593864" sldId="306"/>
            <ac:spMk id="14" creationId="{CC0D826E-7443-9145-9053-FDD5F448BA48}"/>
          </ac:spMkLst>
        </pc:spChg>
        <pc:spChg chg="add mod">
          <ac:chgData name="Venüs Türesin" userId="S::venus.tueresin@tum.de::811cd87e-63b8-472e-a9a9-bc3cbe4d15e7" providerId="AD" clId="Web-{1B4DFCFE-D468-2FE9-6C30-BED181003DF4}" dt="2025-07-03T00:43:03.188" v="700" actId="1076"/>
          <ac:spMkLst>
            <pc:docMk/>
            <pc:sldMk cId="3540593864" sldId="306"/>
            <ac:spMk id="17" creationId="{F2D1885E-FD31-4373-7BD1-597DE3E9FA11}"/>
          </ac:spMkLst>
        </pc:spChg>
        <pc:spChg chg="add mod">
          <ac:chgData name="Venüs Türesin" userId="S::venus.tueresin@tum.de::811cd87e-63b8-472e-a9a9-bc3cbe4d15e7" providerId="AD" clId="Web-{1B4DFCFE-D468-2FE9-6C30-BED181003DF4}" dt="2025-07-03T00:43:03.204" v="701" actId="1076"/>
          <ac:spMkLst>
            <pc:docMk/>
            <pc:sldMk cId="3540593864" sldId="306"/>
            <ac:spMk id="18" creationId="{CA59DD26-3F11-9CAB-12AB-D5544DFD66CA}"/>
          </ac:spMkLst>
        </pc:spChg>
        <pc:spChg chg="add mod">
          <ac:chgData name="Venüs Türesin" userId="S::venus.tueresin@tum.de::811cd87e-63b8-472e-a9a9-bc3cbe4d15e7" providerId="AD" clId="Web-{1B4DFCFE-D468-2FE9-6C30-BED181003DF4}" dt="2025-07-03T00:43:03.220" v="702" actId="1076"/>
          <ac:spMkLst>
            <pc:docMk/>
            <pc:sldMk cId="3540593864" sldId="306"/>
            <ac:spMk id="19" creationId="{A800268D-36C2-9CBE-3520-D1C902333367}"/>
          </ac:spMkLst>
        </pc:spChg>
        <pc:cxnChg chg="add mod">
          <ac:chgData name="Venüs Türesin" userId="S::venus.tueresin@tum.de::811cd87e-63b8-472e-a9a9-bc3cbe4d15e7" providerId="AD" clId="Web-{1B4DFCFE-D468-2FE9-6C30-BED181003DF4}" dt="2025-07-03T00:43:03.235" v="703" actId="1076"/>
          <ac:cxnSpMkLst>
            <pc:docMk/>
            <pc:sldMk cId="3540593864" sldId="306"/>
            <ac:cxnSpMk id="21" creationId="{4CA9B7F4-5629-E469-C13B-902D23BFE818}"/>
          </ac:cxnSpMkLst>
        </pc:cxnChg>
        <pc:cxnChg chg="add mod">
          <ac:chgData name="Venüs Türesin" userId="S::venus.tueresin@tum.de::811cd87e-63b8-472e-a9a9-bc3cbe4d15e7" providerId="AD" clId="Web-{1B4DFCFE-D468-2FE9-6C30-BED181003DF4}" dt="2025-07-03T00:43:03.235" v="704" actId="1076"/>
          <ac:cxnSpMkLst>
            <pc:docMk/>
            <pc:sldMk cId="3540593864" sldId="306"/>
            <ac:cxnSpMk id="22" creationId="{68D36356-53C9-C4B1-7117-4BE61B9B2DFD}"/>
          </ac:cxnSpMkLst>
        </pc:cxnChg>
        <pc:cxnChg chg="add mod">
          <ac:chgData name="Venüs Türesin" userId="S::venus.tueresin@tum.de::811cd87e-63b8-472e-a9a9-bc3cbe4d15e7" providerId="AD" clId="Web-{1B4DFCFE-D468-2FE9-6C30-BED181003DF4}" dt="2025-07-03T00:43:03.251" v="705" actId="1076"/>
          <ac:cxnSpMkLst>
            <pc:docMk/>
            <pc:sldMk cId="3540593864" sldId="306"/>
            <ac:cxnSpMk id="23" creationId="{CEA30149-12C8-4328-437C-2E7F6B21F8C6}"/>
          </ac:cxnSpMkLst>
        </pc:cxnChg>
      </pc:sldChg>
      <pc:sldChg chg="addSp delSp modSp add replId">
        <pc:chgData name="Venüs Türesin" userId="S::venus.tueresin@tum.de::811cd87e-63b8-472e-a9a9-bc3cbe4d15e7" providerId="AD" clId="Web-{1B4DFCFE-D468-2FE9-6C30-BED181003DF4}" dt="2025-07-03T00:57:30.756" v="756" actId="1076"/>
        <pc:sldMkLst>
          <pc:docMk/>
          <pc:sldMk cId="3668627266" sldId="307"/>
        </pc:sldMkLst>
        <pc:spChg chg="mod">
          <ac:chgData name="Venüs Türesin" userId="S::venus.tueresin@tum.de::811cd87e-63b8-472e-a9a9-bc3cbe4d15e7" providerId="AD" clId="Web-{1B4DFCFE-D468-2FE9-6C30-BED181003DF4}" dt="2025-07-03T00:46:22.653" v="709" actId="14100"/>
          <ac:spMkLst>
            <pc:docMk/>
            <pc:sldMk cId="3668627266" sldId="307"/>
            <ac:spMk id="4" creationId="{21F6F846-2500-9EC2-5D4A-804F420E6CF5}"/>
          </ac:spMkLst>
        </pc:spChg>
        <pc:spChg chg="add mod">
          <ac:chgData name="Venüs Türesin" userId="S::venus.tueresin@tum.de::811cd87e-63b8-472e-a9a9-bc3cbe4d15e7" providerId="AD" clId="Web-{1B4DFCFE-D468-2FE9-6C30-BED181003DF4}" dt="2025-07-03T00:48:48.333" v="729" actId="14100"/>
          <ac:spMkLst>
            <pc:docMk/>
            <pc:sldMk cId="3668627266" sldId="307"/>
            <ac:spMk id="9" creationId="{AB4D32F6-7230-0901-38F3-18F37AA1E346}"/>
          </ac:spMkLst>
        </pc:spChg>
        <pc:spChg chg="add mod">
          <ac:chgData name="Venüs Türesin" userId="S::venus.tueresin@tum.de::811cd87e-63b8-472e-a9a9-bc3cbe4d15e7" providerId="AD" clId="Web-{1B4DFCFE-D468-2FE9-6C30-BED181003DF4}" dt="2025-07-03T00:51:58.409" v="734" actId="1076"/>
          <ac:spMkLst>
            <pc:docMk/>
            <pc:sldMk cId="3668627266" sldId="307"/>
            <ac:spMk id="10" creationId="{7EBB9136-A1CF-CD9A-DDEE-84379D0B8C51}"/>
          </ac:spMkLst>
        </pc:spChg>
        <pc:spChg chg="add mod">
          <ac:chgData name="Venüs Türesin" userId="S::venus.tueresin@tum.de::811cd87e-63b8-472e-a9a9-bc3cbe4d15e7" providerId="AD" clId="Web-{1B4DFCFE-D468-2FE9-6C30-BED181003DF4}" dt="2025-07-03T00:57:30.756" v="756" actId="1076"/>
          <ac:spMkLst>
            <pc:docMk/>
            <pc:sldMk cId="3668627266" sldId="307"/>
            <ac:spMk id="15" creationId="{C24CF54E-D4B8-E356-2D68-C650F556D7DD}"/>
          </ac:spMkLst>
        </pc:spChg>
        <pc:graphicFrameChg chg="add mod modGraphic">
          <ac:chgData name="Venüs Türesin" userId="S::venus.tueresin@tum.de::811cd87e-63b8-472e-a9a9-bc3cbe4d15e7" providerId="AD" clId="Web-{1B4DFCFE-D468-2FE9-6C30-BED181003DF4}" dt="2025-07-03T00:57:07.848" v="753" actId="1076"/>
          <ac:graphicFrameMkLst>
            <pc:docMk/>
            <pc:sldMk cId="3668627266" sldId="307"/>
            <ac:graphicFrameMk id="13" creationId="{7CF3453D-553B-3B40-0D2B-9667AFB4EC6A}"/>
          </ac:graphicFrameMkLst>
        </pc:graphicFrameChg>
      </pc:sldChg>
      <pc:sldChg chg="addSp delSp modSp add replId">
        <pc:chgData name="Venüs Türesin" userId="S::venus.tueresin@tum.de::811cd87e-63b8-472e-a9a9-bc3cbe4d15e7" providerId="AD" clId="Web-{1B4DFCFE-D468-2FE9-6C30-BED181003DF4}" dt="2025-07-03T01:08:53.267" v="783" actId="1076"/>
        <pc:sldMkLst>
          <pc:docMk/>
          <pc:sldMk cId="20277589" sldId="308"/>
        </pc:sldMkLst>
        <pc:spChg chg="add mod">
          <ac:chgData name="Venüs Türesin" userId="S::venus.tueresin@tum.de::811cd87e-63b8-472e-a9a9-bc3cbe4d15e7" providerId="AD" clId="Web-{1B4DFCFE-D468-2FE9-6C30-BED181003DF4}" dt="2025-07-03T01:04:43.253" v="766" actId="14100"/>
          <ac:spMkLst>
            <pc:docMk/>
            <pc:sldMk cId="20277589" sldId="308"/>
            <ac:spMk id="5" creationId="{2EFD623F-E80C-A44D-126B-29DAC0335230}"/>
          </ac:spMkLst>
        </pc:spChg>
        <pc:spChg chg="add mod">
          <ac:chgData name="Venüs Türesin" userId="S::venus.tueresin@tum.de::811cd87e-63b8-472e-a9a9-bc3cbe4d15e7" providerId="AD" clId="Web-{1B4DFCFE-D468-2FE9-6C30-BED181003DF4}" dt="2025-07-03T01:06:00.961" v="770" actId="14100"/>
          <ac:spMkLst>
            <pc:docMk/>
            <pc:sldMk cId="20277589" sldId="308"/>
            <ac:spMk id="6" creationId="{390637FD-D9F5-3C28-7AAC-196610A1E090}"/>
          </ac:spMkLst>
        </pc:spChg>
        <pc:spChg chg="add mod">
          <ac:chgData name="Venüs Türesin" userId="S::venus.tueresin@tum.de::811cd87e-63b8-472e-a9a9-bc3cbe4d15e7" providerId="AD" clId="Web-{1B4DFCFE-D468-2FE9-6C30-BED181003DF4}" dt="2025-07-03T01:08:53.267" v="783" actId="1076"/>
          <ac:spMkLst>
            <pc:docMk/>
            <pc:sldMk cId="20277589" sldId="308"/>
            <ac:spMk id="8" creationId="{CCAC636C-B28A-5768-920D-6D79A35C5424}"/>
          </ac:spMkLst>
        </pc:spChg>
        <pc:spChg chg="add mod">
          <ac:chgData name="Venüs Türesin" userId="S::venus.tueresin@tum.de::811cd87e-63b8-472e-a9a9-bc3cbe4d15e7" providerId="AD" clId="Web-{1B4DFCFE-D468-2FE9-6C30-BED181003DF4}" dt="2025-07-03T01:08:49.455" v="782" actId="1076"/>
          <ac:spMkLst>
            <pc:docMk/>
            <pc:sldMk cId="20277589" sldId="308"/>
            <ac:spMk id="11" creationId="{43833DB5-9EC9-6036-17B2-1BD5B09D0E5D}"/>
          </ac:spMkLst>
        </pc:spChg>
      </pc:sldChg>
    </pc:docChg>
  </pc:docChgLst>
  <pc:docChgLst>
    <pc:chgData name="Ali Sayar" userId="S::ali.sayar@tum.de::357b44ae-6567-445f-bf6b-cb3db3541f6e" providerId="AD" clId="Web-{A31AB03C-6596-6BBF-D0B4-BE20531B200F}"/>
    <pc:docChg chg="modSld">
      <pc:chgData name="Ali Sayar" userId="S::ali.sayar@tum.de::357b44ae-6567-445f-bf6b-cb3db3541f6e" providerId="AD" clId="Web-{A31AB03C-6596-6BBF-D0B4-BE20531B200F}" dt="2025-07-05T17:59:24.785" v="43" actId="20577"/>
      <pc:docMkLst>
        <pc:docMk/>
      </pc:docMkLst>
      <pc:sldChg chg="modSp">
        <pc:chgData name="Ali Sayar" userId="S::ali.sayar@tum.de::357b44ae-6567-445f-bf6b-cb3db3541f6e" providerId="AD" clId="Web-{A31AB03C-6596-6BBF-D0B4-BE20531B200F}" dt="2025-07-05T17:47:02.473" v="5" actId="20577"/>
        <pc:sldMkLst>
          <pc:docMk/>
          <pc:sldMk cId="1601684601" sldId="293"/>
        </pc:sldMkLst>
        <pc:spChg chg="mod">
          <ac:chgData name="Ali Sayar" userId="S::ali.sayar@tum.de::357b44ae-6567-445f-bf6b-cb3db3541f6e" providerId="AD" clId="Web-{A31AB03C-6596-6BBF-D0B4-BE20531B200F}" dt="2025-07-05T17:47:02.473" v="5" actId="20577"/>
          <ac:spMkLst>
            <pc:docMk/>
            <pc:sldMk cId="1601684601" sldId="293"/>
            <ac:spMk id="11" creationId="{E5D93784-3DE2-648F-2CCF-BDE0CC6BEB8A}"/>
          </ac:spMkLst>
        </pc:spChg>
      </pc:sldChg>
      <pc:sldChg chg="modSp">
        <pc:chgData name="Ali Sayar" userId="S::ali.sayar@tum.de::357b44ae-6567-445f-bf6b-cb3db3541f6e" providerId="AD" clId="Web-{A31AB03C-6596-6BBF-D0B4-BE20531B200F}" dt="2025-07-05T17:47:07.083" v="6" actId="20577"/>
        <pc:sldMkLst>
          <pc:docMk/>
          <pc:sldMk cId="3623443337" sldId="294"/>
        </pc:sldMkLst>
        <pc:spChg chg="mod">
          <ac:chgData name="Ali Sayar" userId="S::ali.sayar@tum.de::357b44ae-6567-445f-bf6b-cb3db3541f6e" providerId="AD" clId="Web-{A31AB03C-6596-6BBF-D0B4-BE20531B200F}" dt="2025-07-05T17:47:07.083" v="6" actId="20577"/>
          <ac:spMkLst>
            <pc:docMk/>
            <pc:sldMk cId="3623443337" sldId="294"/>
            <ac:spMk id="11" creationId="{4E13F016-0228-3EC3-C58A-089E57E67DF8}"/>
          </ac:spMkLst>
        </pc:spChg>
      </pc:sldChg>
      <pc:sldChg chg="modSp">
        <pc:chgData name="Ali Sayar" userId="S::ali.sayar@tum.de::357b44ae-6567-445f-bf6b-cb3db3541f6e" providerId="AD" clId="Web-{A31AB03C-6596-6BBF-D0B4-BE20531B200F}" dt="2025-07-05T17:47:14.708" v="8" actId="20577"/>
        <pc:sldMkLst>
          <pc:docMk/>
          <pc:sldMk cId="1697796391" sldId="295"/>
        </pc:sldMkLst>
        <pc:spChg chg="mod">
          <ac:chgData name="Ali Sayar" userId="S::ali.sayar@tum.de::357b44ae-6567-445f-bf6b-cb3db3541f6e" providerId="AD" clId="Web-{A31AB03C-6596-6BBF-D0B4-BE20531B200F}" dt="2025-07-05T17:47:14.708" v="8" actId="20577"/>
          <ac:spMkLst>
            <pc:docMk/>
            <pc:sldMk cId="1697796391" sldId="295"/>
            <ac:spMk id="13" creationId="{A629579F-3701-7B50-F1C7-06C9C1076908}"/>
          </ac:spMkLst>
        </pc:spChg>
      </pc:sldChg>
      <pc:sldChg chg="modSp">
        <pc:chgData name="Ali Sayar" userId="S::ali.sayar@tum.de::357b44ae-6567-445f-bf6b-cb3db3541f6e" providerId="AD" clId="Web-{A31AB03C-6596-6BBF-D0B4-BE20531B200F}" dt="2025-07-05T17:47:59.101" v="11" actId="20577"/>
        <pc:sldMkLst>
          <pc:docMk/>
          <pc:sldMk cId="527987813" sldId="296"/>
        </pc:sldMkLst>
        <pc:spChg chg="mod">
          <ac:chgData name="Ali Sayar" userId="S::ali.sayar@tum.de::357b44ae-6567-445f-bf6b-cb3db3541f6e" providerId="AD" clId="Web-{A31AB03C-6596-6BBF-D0B4-BE20531B200F}" dt="2025-07-05T17:47:59.101" v="11" actId="20577"/>
          <ac:spMkLst>
            <pc:docMk/>
            <pc:sldMk cId="527987813" sldId="296"/>
            <ac:spMk id="13" creationId="{BBF8ECD9-1CD3-EA44-38C0-EBEDBC70236F}"/>
          </ac:spMkLst>
        </pc:spChg>
      </pc:sldChg>
      <pc:sldChg chg="modSp">
        <pc:chgData name="Ali Sayar" userId="S::ali.sayar@tum.de::357b44ae-6567-445f-bf6b-cb3db3541f6e" providerId="AD" clId="Web-{A31AB03C-6596-6BBF-D0B4-BE20531B200F}" dt="2025-07-05T17:48:05.585" v="12" actId="20577"/>
        <pc:sldMkLst>
          <pc:docMk/>
          <pc:sldMk cId="4272719243" sldId="297"/>
        </pc:sldMkLst>
        <pc:spChg chg="mod">
          <ac:chgData name="Ali Sayar" userId="S::ali.sayar@tum.de::357b44ae-6567-445f-bf6b-cb3db3541f6e" providerId="AD" clId="Web-{A31AB03C-6596-6BBF-D0B4-BE20531B200F}" dt="2025-07-05T17:48:05.585" v="12" actId="20577"/>
          <ac:spMkLst>
            <pc:docMk/>
            <pc:sldMk cId="4272719243" sldId="297"/>
            <ac:spMk id="17" creationId="{39DC5E67-AFA0-0649-ADBA-6E35097516FD}"/>
          </ac:spMkLst>
        </pc:spChg>
      </pc:sldChg>
      <pc:sldChg chg="modSp">
        <pc:chgData name="Ali Sayar" userId="S::ali.sayar@tum.de::357b44ae-6567-445f-bf6b-cb3db3541f6e" providerId="AD" clId="Web-{A31AB03C-6596-6BBF-D0B4-BE20531B200F}" dt="2025-07-05T17:48:16.148" v="14" actId="20577"/>
        <pc:sldMkLst>
          <pc:docMk/>
          <pc:sldMk cId="1197355519" sldId="298"/>
        </pc:sldMkLst>
        <pc:spChg chg="mod">
          <ac:chgData name="Ali Sayar" userId="S::ali.sayar@tum.de::357b44ae-6567-445f-bf6b-cb3db3541f6e" providerId="AD" clId="Web-{A31AB03C-6596-6BBF-D0B4-BE20531B200F}" dt="2025-07-05T17:48:16.148" v="14" actId="20577"/>
          <ac:spMkLst>
            <pc:docMk/>
            <pc:sldMk cId="1197355519" sldId="298"/>
            <ac:spMk id="14" creationId="{F3FA09FB-349B-2F57-7A29-82A00DBD886B}"/>
          </ac:spMkLst>
        </pc:spChg>
      </pc:sldChg>
      <pc:sldChg chg="modSp">
        <pc:chgData name="Ali Sayar" userId="S::ali.sayar@tum.de::357b44ae-6567-445f-bf6b-cb3db3541f6e" providerId="AD" clId="Web-{A31AB03C-6596-6BBF-D0B4-BE20531B200F}" dt="2025-07-05T17:58:11.829" v="26" actId="20577"/>
        <pc:sldMkLst>
          <pc:docMk/>
          <pc:sldMk cId="2881522593" sldId="300"/>
        </pc:sldMkLst>
        <pc:spChg chg="mod">
          <ac:chgData name="Ali Sayar" userId="S::ali.sayar@tum.de::357b44ae-6567-445f-bf6b-cb3db3541f6e" providerId="AD" clId="Web-{A31AB03C-6596-6BBF-D0B4-BE20531B200F}" dt="2025-07-05T17:58:11.829" v="26" actId="20577"/>
          <ac:spMkLst>
            <pc:docMk/>
            <pc:sldMk cId="2881522593" sldId="300"/>
            <ac:spMk id="9" creationId="{723633CB-7B56-6FAD-3AEE-11BEFA0F0396}"/>
          </ac:spMkLst>
        </pc:spChg>
      </pc:sldChg>
      <pc:sldChg chg="modSp">
        <pc:chgData name="Ali Sayar" userId="S::ali.sayar@tum.de::357b44ae-6567-445f-bf6b-cb3db3541f6e" providerId="AD" clId="Web-{A31AB03C-6596-6BBF-D0B4-BE20531B200F}" dt="2025-07-05T17:58:01.438" v="16" actId="20577"/>
        <pc:sldMkLst>
          <pc:docMk/>
          <pc:sldMk cId="1241453599" sldId="301"/>
        </pc:sldMkLst>
        <pc:spChg chg="mod">
          <ac:chgData name="Ali Sayar" userId="S::ali.sayar@tum.de::357b44ae-6567-445f-bf6b-cb3db3541f6e" providerId="AD" clId="Web-{A31AB03C-6596-6BBF-D0B4-BE20531B200F}" dt="2025-07-05T17:58:01.438" v="16" actId="20577"/>
          <ac:spMkLst>
            <pc:docMk/>
            <pc:sldMk cId="1241453599" sldId="301"/>
            <ac:spMk id="9" creationId="{9D7E3EBC-CFD7-EDBB-B363-EBB2148C6E91}"/>
          </ac:spMkLst>
        </pc:spChg>
      </pc:sldChg>
      <pc:sldChg chg="modSp">
        <pc:chgData name="Ali Sayar" userId="S::ali.sayar@tum.de::357b44ae-6567-445f-bf6b-cb3db3541f6e" providerId="AD" clId="Web-{A31AB03C-6596-6BBF-D0B4-BE20531B200F}" dt="2025-07-05T17:58:16.142" v="27" actId="20577"/>
        <pc:sldMkLst>
          <pc:docMk/>
          <pc:sldMk cId="2561810721" sldId="303"/>
        </pc:sldMkLst>
        <pc:spChg chg="mod">
          <ac:chgData name="Ali Sayar" userId="S::ali.sayar@tum.de::357b44ae-6567-445f-bf6b-cb3db3541f6e" providerId="AD" clId="Web-{A31AB03C-6596-6BBF-D0B4-BE20531B200F}" dt="2025-07-05T17:58:16.142" v="27" actId="20577"/>
          <ac:spMkLst>
            <pc:docMk/>
            <pc:sldMk cId="2561810721" sldId="303"/>
            <ac:spMk id="10" creationId="{CD807228-AEC6-3E0C-8D68-E5EEA0682A8A}"/>
          </ac:spMkLst>
        </pc:spChg>
      </pc:sldChg>
      <pc:sldChg chg="modSp">
        <pc:chgData name="Ali Sayar" userId="S::ali.sayar@tum.de::357b44ae-6567-445f-bf6b-cb3db3541f6e" providerId="AD" clId="Web-{A31AB03C-6596-6BBF-D0B4-BE20531B200F}" dt="2025-07-05T17:58:19.923" v="28" actId="20577"/>
        <pc:sldMkLst>
          <pc:docMk/>
          <pc:sldMk cId="2994076483" sldId="304"/>
        </pc:sldMkLst>
        <pc:spChg chg="mod">
          <ac:chgData name="Ali Sayar" userId="S::ali.sayar@tum.de::357b44ae-6567-445f-bf6b-cb3db3541f6e" providerId="AD" clId="Web-{A31AB03C-6596-6BBF-D0B4-BE20531B200F}" dt="2025-07-05T17:58:19.923" v="28" actId="20577"/>
          <ac:spMkLst>
            <pc:docMk/>
            <pc:sldMk cId="2994076483" sldId="304"/>
            <ac:spMk id="9" creationId="{88316969-4166-9538-B8D2-15F4D1C5F489}"/>
          </ac:spMkLst>
        </pc:spChg>
      </pc:sldChg>
      <pc:sldChg chg="modSp">
        <pc:chgData name="Ali Sayar" userId="S::ali.sayar@tum.de::357b44ae-6567-445f-bf6b-cb3db3541f6e" providerId="AD" clId="Web-{A31AB03C-6596-6BBF-D0B4-BE20531B200F}" dt="2025-07-05T17:58:29.080" v="29" actId="20577"/>
        <pc:sldMkLst>
          <pc:docMk/>
          <pc:sldMk cId="3540593864" sldId="306"/>
        </pc:sldMkLst>
        <pc:spChg chg="mod">
          <ac:chgData name="Ali Sayar" userId="S::ali.sayar@tum.de::357b44ae-6567-445f-bf6b-cb3db3541f6e" providerId="AD" clId="Web-{A31AB03C-6596-6BBF-D0B4-BE20531B200F}" dt="2025-07-05T17:58:29.080" v="29" actId="20577"/>
          <ac:spMkLst>
            <pc:docMk/>
            <pc:sldMk cId="3540593864" sldId="306"/>
            <ac:spMk id="13" creationId="{849FAC17-F0A8-20A4-AA28-5732DE3B7EAA}"/>
          </ac:spMkLst>
        </pc:spChg>
      </pc:sldChg>
      <pc:sldChg chg="modSp">
        <pc:chgData name="Ali Sayar" userId="S::ali.sayar@tum.de::357b44ae-6567-445f-bf6b-cb3db3541f6e" providerId="AD" clId="Web-{A31AB03C-6596-6BBF-D0B4-BE20531B200F}" dt="2025-07-05T17:58:51.503" v="35" actId="20577"/>
        <pc:sldMkLst>
          <pc:docMk/>
          <pc:sldMk cId="3668627266" sldId="307"/>
        </pc:sldMkLst>
        <pc:spChg chg="mod">
          <ac:chgData name="Ali Sayar" userId="S::ali.sayar@tum.de::357b44ae-6567-445f-bf6b-cb3db3541f6e" providerId="AD" clId="Web-{A31AB03C-6596-6BBF-D0B4-BE20531B200F}" dt="2025-07-05T17:58:51.503" v="35" actId="20577"/>
          <ac:spMkLst>
            <pc:docMk/>
            <pc:sldMk cId="3668627266" sldId="307"/>
            <ac:spMk id="11" creationId="{D2B283E8-A3D9-3E77-4F20-DB841E7D13D2}"/>
          </ac:spMkLst>
        </pc:spChg>
      </pc:sldChg>
      <pc:sldChg chg="modSp">
        <pc:chgData name="Ali Sayar" userId="S::ali.sayar@tum.de::357b44ae-6567-445f-bf6b-cb3db3541f6e" providerId="AD" clId="Web-{A31AB03C-6596-6BBF-D0B4-BE20531B200F}" dt="2025-07-05T17:58:55.800" v="36" actId="20577"/>
        <pc:sldMkLst>
          <pc:docMk/>
          <pc:sldMk cId="20277589" sldId="308"/>
        </pc:sldMkLst>
        <pc:spChg chg="mod">
          <ac:chgData name="Ali Sayar" userId="S::ali.sayar@tum.de::357b44ae-6567-445f-bf6b-cb3db3541f6e" providerId="AD" clId="Web-{A31AB03C-6596-6BBF-D0B4-BE20531B200F}" dt="2025-07-05T17:58:55.800" v="36" actId="20577"/>
          <ac:spMkLst>
            <pc:docMk/>
            <pc:sldMk cId="20277589" sldId="308"/>
            <ac:spMk id="13" creationId="{F91FF2FB-A9BC-2967-967E-F6F481F49004}"/>
          </ac:spMkLst>
        </pc:spChg>
      </pc:sldChg>
      <pc:sldChg chg="modSp">
        <pc:chgData name="Ali Sayar" userId="S::ali.sayar@tum.de::357b44ae-6567-445f-bf6b-cb3db3541f6e" providerId="AD" clId="Web-{A31AB03C-6596-6BBF-D0B4-BE20531B200F}" dt="2025-07-05T17:59:08.050" v="38" actId="20577"/>
        <pc:sldMkLst>
          <pc:docMk/>
          <pc:sldMk cId="3498626641" sldId="309"/>
        </pc:sldMkLst>
        <pc:spChg chg="mod">
          <ac:chgData name="Ali Sayar" userId="S::ali.sayar@tum.de::357b44ae-6567-445f-bf6b-cb3db3541f6e" providerId="AD" clId="Web-{A31AB03C-6596-6BBF-D0B4-BE20531B200F}" dt="2025-07-05T17:59:08.050" v="38" actId="20577"/>
          <ac:spMkLst>
            <pc:docMk/>
            <pc:sldMk cId="3498626641" sldId="309"/>
            <ac:spMk id="8" creationId="{D60632F2-9C97-42B2-D870-2935D525B180}"/>
          </ac:spMkLst>
        </pc:spChg>
      </pc:sldChg>
      <pc:sldChg chg="modSp">
        <pc:chgData name="Ali Sayar" userId="S::ali.sayar@tum.de::357b44ae-6567-445f-bf6b-cb3db3541f6e" providerId="AD" clId="Web-{A31AB03C-6596-6BBF-D0B4-BE20531B200F}" dt="2025-07-05T17:59:24.785" v="43" actId="20577"/>
        <pc:sldMkLst>
          <pc:docMk/>
          <pc:sldMk cId="2317156452" sldId="310"/>
        </pc:sldMkLst>
        <pc:spChg chg="mod">
          <ac:chgData name="Ali Sayar" userId="S::ali.sayar@tum.de::357b44ae-6567-445f-bf6b-cb3db3541f6e" providerId="AD" clId="Web-{A31AB03C-6596-6BBF-D0B4-BE20531B200F}" dt="2025-07-05T17:59:24.785" v="43" actId="20577"/>
          <ac:spMkLst>
            <pc:docMk/>
            <pc:sldMk cId="2317156452" sldId="310"/>
            <ac:spMk id="8" creationId="{2F0ADA17-1DDD-4700-7FEE-27ECF153CA14}"/>
          </ac:spMkLst>
        </pc:spChg>
      </pc:sldChg>
      <pc:sldChg chg="modSp">
        <pc:chgData name="Ali Sayar" userId="S::ali.sayar@tum.de::357b44ae-6567-445f-bf6b-cb3db3541f6e" providerId="AD" clId="Web-{A31AB03C-6596-6BBF-D0B4-BE20531B200F}" dt="2025-07-05T17:59:12.722" v="40" actId="20577"/>
        <pc:sldMkLst>
          <pc:docMk/>
          <pc:sldMk cId="1851635571" sldId="312"/>
        </pc:sldMkLst>
        <pc:spChg chg="mod">
          <ac:chgData name="Ali Sayar" userId="S::ali.sayar@tum.de::357b44ae-6567-445f-bf6b-cb3db3541f6e" providerId="AD" clId="Web-{A31AB03C-6596-6BBF-D0B4-BE20531B200F}" dt="2025-07-05T17:59:12.722" v="40" actId="20577"/>
          <ac:spMkLst>
            <pc:docMk/>
            <pc:sldMk cId="1851635571" sldId="312"/>
            <ac:spMk id="9" creationId="{F84A5C77-5427-7DE9-FBB2-3A01CA7DB9DD}"/>
          </ac:spMkLst>
        </pc:spChg>
      </pc:sldChg>
      <pc:sldChg chg="modSp">
        <pc:chgData name="Ali Sayar" userId="S::ali.sayar@tum.de::357b44ae-6567-445f-bf6b-cb3db3541f6e" providerId="AD" clId="Web-{A31AB03C-6596-6BBF-D0B4-BE20531B200F}" dt="2025-07-05T17:59:19.519" v="41" actId="20577"/>
        <pc:sldMkLst>
          <pc:docMk/>
          <pc:sldMk cId="1509651775" sldId="313"/>
        </pc:sldMkLst>
        <pc:spChg chg="mod">
          <ac:chgData name="Ali Sayar" userId="S::ali.sayar@tum.de::357b44ae-6567-445f-bf6b-cb3db3541f6e" providerId="AD" clId="Web-{A31AB03C-6596-6BBF-D0B4-BE20531B200F}" dt="2025-07-05T17:59:19.519" v="41" actId="20577"/>
          <ac:spMkLst>
            <pc:docMk/>
            <pc:sldMk cId="1509651775" sldId="313"/>
            <ac:spMk id="10" creationId="{FE0CD9F9-B163-C362-4583-3EB5154D7583}"/>
          </ac:spMkLst>
        </pc:spChg>
      </pc:sldChg>
      <pc:sldChg chg="addSp delSp modSp">
        <pc:chgData name="Ali Sayar" userId="S::ali.sayar@tum.de::357b44ae-6567-445f-bf6b-cb3db3541f6e" providerId="AD" clId="Web-{A31AB03C-6596-6BBF-D0B4-BE20531B200F}" dt="2025-07-05T17:58:46.815" v="33" actId="1076"/>
        <pc:sldMkLst>
          <pc:docMk/>
          <pc:sldMk cId="1354639646" sldId="326"/>
        </pc:sldMkLst>
        <pc:spChg chg="add del mod">
          <ac:chgData name="Ali Sayar" userId="S::ali.sayar@tum.de::357b44ae-6567-445f-bf6b-cb3db3541f6e" providerId="AD" clId="Web-{A31AB03C-6596-6BBF-D0B4-BE20531B200F}" dt="2025-07-05T17:58:46.815" v="33" actId="1076"/>
          <ac:spMkLst>
            <pc:docMk/>
            <pc:sldMk cId="1354639646" sldId="326"/>
            <ac:spMk id="15" creationId="{4EDABBCA-3C96-C675-84B7-20E9E4C6E767}"/>
          </ac:spMkLst>
        </pc:spChg>
      </pc:sldChg>
    </pc:docChg>
  </pc:docChgLst>
  <pc:docChgLst>
    <pc:chgData name="Venüs Türesin" userId="S::venus.tueresin@tum.de::811cd87e-63b8-472e-a9a9-bc3cbe4d15e7" providerId="AD" clId="Web-{54D7EA75-7955-245A-9516-32E564371D0D}"/>
    <pc:docChg chg="addSld delSld modSld">
      <pc:chgData name="Venüs Türesin" userId="S::venus.tueresin@tum.de::811cd87e-63b8-472e-a9a9-bc3cbe4d15e7" providerId="AD" clId="Web-{54D7EA75-7955-245A-9516-32E564371D0D}" dt="2025-07-03T12:23:39.352" v="138" actId="14100"/>
      <pc:docMkLst>
        <pc:docMk/>
      </pc:docMkLst>
      <pc:sldChg chg="del">
        <pc:chgData name="Venüs Türesin" userId="S::venus.tueresin@tum.de::811cd87e-63b8-472e-a9a9-bc3cbe4d15e7" providerId="AD" clId="Web-{54D7EA75-7955-245A-9516-32E564371D0D}" dt="2025-07-03T10:25:01.047" v="0"/>
        <pc:sldMkLst>
          <pc:docMk/>
          <pc:sldMk cId="0" sldId="257"/>
        </pc:sldMkLst>
      </pc:sldChg>
      <pc:sldChg chg="modSp">
        <pc:chgData name="Venüs Türesin" userId="S::venus.tueresin@tum.de::811cd87e-63b8-472e-a9a9-bc3cbe4d15e7" providerId="AD" clId="Web-{54D7EA75-7955-245A-9516-32E564371D0D}" dt="2025-07-03T12:23:39.352" v="138" actId="14100"/>
        <pc:sldMkLst>
          <pc:docMk/>
          <pc:sldMk cId="4272719243" sldId="297"/>
        </pc:sldMkLst>
        <pc:spChg chg="mod">
          <ac:chgData name="Venüs Türesin" userId="S::venus.tueresin@tum.de::811cd87e-63b8-472e-a9a9-bc3cbe4d15e7" providerId="AD" clId="Web-{54D7EA75-7955-245A-9516-32E564371D0D}" dt="2025-07-03T12:23:39.352" v="138" actId="14100"/>
          <ac:spMkLst>
            <pc:docMk/>
            <pc:sldMk cId="4272719243" sldId="297"/>
            <ac:spMk id="13" creationId="{A48569E3-4501-8538-8EE0-D9D901668823}"/>
          </ac:spMkLst>
        </pc:spChg>
      </pc:sldChg>
      <pc:sldChg chg="addSp delSp modSp">
        <pc:chgData name="Venüs Türesin" userId="S::venus.tueresin@tum.de::811cd87e-63b8-472e-a9a9-bc3cbe4d15e7" providerId="AD" clId="Web-{54D7EA75-7955-245A-9516-32E564371D0D}" dt="2025-07-03T11:51:19" v="52" actId="1076"/>
        <pc:sldMkLst>
          <pc:docMk/>
          <pc:sldMk cId="646835220" sldId="321"/>
        </pc:sldMkLst>
        <pc:spChg chg="add mod">
          <ac:chgData name="Venüs Türesin" userId="S::venus.tueresin@tum.de::811cd87e-63b8-472e-a9a9-bc3cbe4d15e7" providerId="AD" clId="Web-{54D7EA75-7955-245A-9516-32E564371D0D}" dt="2025-07-03T11:51:19" v="52" actId="1076"/>
          <ac:spMkLst>
            <pc:docMk/>
            <pc:sldMk cId="646835220" sldId="321"/>
            <ac:spMk id="4" creationId="{62FABA2E-B1AC-183B-E6FC-2BB1178252F5}"/>
          </ac:spMkLst>
        </pc:spChg>
        <pc:spChg chg="add mod">
          <ac:chgData name="Venüs Türesin" userId="S::venus.tueresin@tum.de::811cd87e-63b8-472e-a9a9-bc3cbe4d15e7" providerId="AD" clId="Web-{54D7EA75-7955-245A-9516-32E564371D0D}" dt="2025-07-03T11:47:58.975" v="34" actId="1076"/>
          <ac:spMkLst>
            <pc:docMk/>
            <pc:sldMk cId="646835220" sldId="321"/>
            <ac:spMk id="5" creationId="{14DD9AC9-3C61-ADF7-8F39-C5B72FFFB0EE}"/>
          </ac:spMkLst>
        </pc:spChg>
        <pc:spChg chg="add mod">
          <ac:chgData name="Venüs Türesin" userId="S::venus.tueresin@tum.de::811cd87e-63b8-472e-a9a9-bc3cbe4d15e7" providerId="AD" clId="Web-{54D7EA75-7955-245A-9516-32E564371D0D}" dt="2025-07-03T11:49:19.932" v="39" actId="1076"/>
          <ac:spMkLst>
            <pc:docMk/>
            <pc:sldMk cId="646835220" sldId="321"/>
            <ac:spMk id="6" creationId="{1C7F32B1-A6B9-9571-89D2-41E8FF56088C}"/>
          </ac:spMkLst>
        </pc:spChg>
        <pc:spChg chg="add mod">
          <ac:chgData name="Venüs Türesin" userId="S::venus.tueresin@tum.de::811cd87e-63b8-472e-a9a9-bc3cbe4d15e7" providerId="AD" clId="Web-{54D7EA75-7955-245A-9516-32E564371D0D}" dt="2025-07-03T11:50:59.077" v="51" actId="1076"/>
          <ac:spMkLst>
            <pc:docMk/>
            <pc:sldMk cId="646835220" sldId="321"/>
            <ac:spMk id="9" creationId="{3773EDA0-6B52-DC21-F7A4-A6F17E157191}"/>
          </ac:spMkLst>
        </pc:spChg>
        <pc:spChg chg="add mod">
          <ac:chgData name="Venüs Türesin" userId="S::venus.tueresin@tum.de::811cd87e-63b8-472e-a9a9-bc3cbe4d15e7" providerId="AD" clId="Web-{54D7EA75-7955-245A-9516-32E564371D0D}" dt="2025-07-03T11:45:53.485" v="24" actId="1076"/>
          <ac:spMkLst>
            <pc:docMk/>
            <pc:sldMk cId="646835220" sldId="321"/>
            <ac:spMk id="10" creationId="{D5F425A4-AE8C-096D-2962-07BC720D70BE}"/>
          </ac:spMkLst>
        </pc:spChg>
        <pc:spChg chg="add mod">
          <ac:chgData name="Venüs Türesin" userId="S::venus.tueresin@tum.de::811cd87e-63b8-472e-a9a9-bc3cbe4d15e7" providerId="AD" clId="Web-{54D7EA75-7955-245A-9516-32E564371D0D}" dt="2025-07-03T11:48:06.569" v="35" actId="1076"/>
          <ac:spMkLst>
            <pc:docMk/>
            <pc:sldMk cId="646835220" sldId="321"/>
            <ac:spMk id="11" creationId="{B0BF6504-1A70-DDA7-793B-C260F06CDB3D}"/>
          </ac:spMkLst>
        </pc:spChg>
        <pc:picChg chg="add mod modCrop">
          <ac:chgData name="Venüs Türesin" userId="S::venus.tueresin@tum.de::811cd87e-63b8-472e-a9a9-bc3cbe4d15e7" providerId="AD" clId="Web-{54D7EA75-7955-245A-9516-32E564371D0D}" dt="2025-07-03T11:50:41.592" v="48" actId="1076"/>
          <ac:picMkLst>
            <pc:docMk/>
            <pc:sldMk cId="646835220" sldId="321"/>
            <ac:picMk id="8" creationId="{850D883D-7209-33D5-9FEA-BDDA4A9243B0}"/>
          </ac:picMkLst>
        </pc:picChg>
      </pc:sldChg>
      <pc:sldChg chg="addSp delSp modSp">
        <pc:chgData name="Venüs Türesin" userId="S::venus.tueresin@tum.de::811cd87e-63b8-472e-a9a9-bc3cbe4d15e7" providerId="AD" clId="Web-{54D7EA75-7955-245A-9516-32E564371D0D}" dt="2025-07-03T12:09:55.643" v="95"/>
        <pc:sldMkLst>
          <pc:docMk/>
          <pc:sldMk cId="2582802186" sldId="322"/>
        </pc:sldMkLst>
        <pc:spChg chg="add mod">
          <ac:chgData name="Venüs Türesin" userId="S::venus.tueresin@tum.de::811cd87e-63b8-472e-a9a9-bc3cbe4d15e7" providerId="AD" clId="Web-{54D7EA75-7955-245A-9516-32E564371D0D}" dt="2025-07-03T12:08:48.124" v="89" actId="1076"/>
          <ac:spMkLst>
            <pc:docMk/>
            <pc:sldMk cId="2582802186" sldId="322"/>
            <ac:spMk id="4" creationId="{5B713F0C-4F5D-BD63-4910-0E12D8CC9158}"/>
          </ac:spMkLst>
        </pc:spChg>
        <pc:spChg chg="add mod">
          <ac:chgData name="Venüs Türesin" userId="S::venus.tueresin@tum.de::811cd87e-63b8-472e-a9a9-bc3cbe4d15e7" providerId="AD" clId="Web-{54D7EA75-7955-245A-9516-32E564371D0D}" dt="2025-07-03T12:03:43.392" v="78" actId="14100"/>
          <ac:spMkLst>
            <pc:docMk/>
            <pc:sldMk cId="2582802186" sldId="322"/>
            <ac:spMk id="5" creationId="{931CAE05-05B5-AF0A-D308-7EC69EBDE9C4}"/>
          </ac:spMkLst>
        </pc:spChg>
        <pc:spChg chg="add mod ord">
          <ac:chgData name="Venüs Türesin" userId="S::venus.tueresin@tum.de::811cd87e-63b8-472e-a9a9-bc3cbe4d15e7" providerId="AD" clId="Web-{54D7EA75-7955-245A-9516-32E564371D0D}" dt="2025-07-03T12:08:11.701" v="86" actId="14100"/>
          <ac:spMkLst>
            <pc:docMk/>
            <pc:sldMk cId="2582802186" sldId="322"/>
            <ac:spMk id="6" creationId="{7570E6A2-4A76-6AE0-26D4-9B6770FF10A0}"/>
          </ac:spMkLst>
        </pc:spChg>
        <pc:spChg chg="add mod ord">
          <ac:chgData name="Venüs Türesin" userId="S::venus.tueresin@tum.de::811cd87e-63b8-472e-a9a9-bc3cbe4d15e7" providerId="AD" clId="Web-{54D7EA75-7955-245A-9516-32E564371D0D}" dt="2025-07-03T12:08:15.670" v="87"/>
          <ac:spMkLst>
            <pc:docMk/>
            <pc:sldMk cId="2582802186" sldId="322"/>
            <ac:spMk id="8" creationId="{633EF6D0-2DF9-AADA-38F1-6EB05ADD7E98}"/>
          </ac:spMkLst>
        </pc:spChg>
      </pc:sldChg>
      <pc:sldChg chg="del">
        <pc:chgData name="Venüs Türesin" userId="S::venus.tueresin@tum.de::811cd87e-63b8-472e-a9a9-bc3cbe4d15e7" providerId="AD" clId="Web-{54D7EA75-7955-245A-9516-32E564371D0D}" dt="2025-07-03T11:59:59.695" v="68"/>
        <pc:sldMkLst>
          <pc:docMk/>
          <pc:sldMk cId="4127140596" sldId="323"/>
        </pc:sldMkLst>
      </pc:sldChg>
      <pc:sldChg chg="del">
        <pc:chgData name="Venüs Türesin" userId="S::venus.tueresin@tum.de::811cd87e-63b8-472e-a9a9-bc3cbe4d15e7" providerId="AD" clId="Web-{54D7EA75-7955-245A-9516-32E564371D0D}" dt="2025-07-03T12:10:01.597" v="96"/>
        <pc:sldMkLst>
          <pc:docMk/>
          <pc:sldMk cId="1223822331" sldId="324"/>
        </pc:sldMkLst>
      </pc:sldChg>
      <pc:sldChg chg="addSp delSp modSp add replId">
        <pc:chgData name="Venüs Türesin" userId="S::venus.tueresin@tum.de::811cd87e-63b8-472e-a9a9-bc3cbe4d15e7" providerId="AD" clId="Web-{54D7EA75-7955-245A-9516-32E564371D0D}" dt="2025-07-03T12:18:45.573" v="137"/>
        <pc:sldMkLst>
          <pc:docMk/>
          <pc:sldMk cId="1566443219" sldId="325"/>
        </pc:sldMkLst>
        <pc:spChg chg="mod">
          <ac:chgData name="Venüs Türesin" userId="S::venus.tueresin@tum.de::811cd87e-63b8-472e-a9a9-bc3cbe4d15e7" providerId="AD" clId="Web-{54D7EA75-7955-245A-9516-32E564371D0D}" dt="2025-07-03T12:17:43.164" v="133" actId="14100"/>
          <ac:spMkLst>
            <pc:docMk/>
            <pc:sldMk cId="1566443219" sldId="325"/>
            <ac:spMk id="4" creationId="{B334081F-D4D1-2118-7A42-90F0137DB339}"/>
          </ac:spMkLst>
        </pc:spChg>
        <pc:spChg chg="mod">
          <ac:chgData name="Venüs Türesin" userId="S::venus.tueresin@tum.de::811cd87e-63b8-472e-a9a9-bc3cbe4d15e7" providerId="AD" clId="Web-{54D7EA75-7955-245A-9516-32E564371D0D}" dt="2025-07-03T11:54:40.602" v="55" actId="1076"/>
          <ac:spMkLst>
            <pc:docMk/>
            <pc:sldMk cId="1566443219" sldId="325"/>
            <ac:spMk id="5" creationId="{C07B64CA-5661-0B16-7550-A5043152D6CC}"/>
          </ac:spMkLst>
        </pc:spChg>
        <pc:spChg chg="mod">
          <ac:chgData name="Venüs Türesin" userId="S::venus.tueresin@tum.de::811cd87e-63b8-472e-a9a9-bc3cbe4d15e7" providerId="AD" clId="Web-{54D7EA75-7955-245A-9516-32E564371D0D}" dt="2025-07-03T11:59:38.616" v="66" actId="1076"/>
          <ac:spMkLst>
            <pc:docMk/>
            <pc:sldMk cId="1566443219" sldId="325"/>
            <ac:spMk id="6" creationId="{71CEA4C8-1E26-6A48-21CA-D00FBADAC3C4}"/>
          </ac:spMkLst>
        </pc:spChg>
        <pc:spChg chg="mod">
          <ac:chgData name="Venüs Türesin" userId="S::venus.tueresin@tum.de::811cd87e-63b8-472e-a9a9-bc3cbe4d15e7" providerId="AD" clId="Web-{54D7EA75-7955-245A-9516-32E564371D0D}" dt="2025-07-03T11:57:43.361" v="62" actId="14100"/>
          <ac:spMkLst>
            <pc:docMk/>
            <pc:sldMk cId="1566443219" sldId="325"/>
            <ac:spMk id="9" creationId="{E3163120-7E11-01E0-E9F1-8685219F0BE0}"/>
          </ac:spMkLst>
        </pc:spChg>
        <pc:spChg chg="mod">
          <ac:chgData name="Venüs Türesin" userId="S::venus.tueresin@tum.de::811cd87e-63b8-472e-a9a9-bc3cbe4d15e7" providerId="AD" clId="Web-{54D7EA75-7955-245A-9516-32E564371D0D}" dt="2025-07-03T12:15:48.128" v="116"/>
          <ac:spMkLst>
            <pc:docMk/>
            <pc:sldMk cId="1566443219" sldId="325"/>
            <ac:spMk id="10" creationId="{9E9A6871-A24B-3FEF-A8DB-F540099B6D14}"/>
          </ac:spMkLst>
        </pc:spChg>
        <pc:spChg chg="mod">
          <ac:chgData name="Venüs Türesin" userId="S::venus.tueresin@tum.de::811cd87e-63b8-472e-a9a9-bc3cbe4d15e7" providerId="AD" clId="Web-{54D7EA75-7955-245A-9516-32E564371D0D}" dt="2025-07-03T11:59:42.913" v="67" actId="1076"/>
          <ac:spMkLst>
            <pc:docMk/>
            <pc:sldMk cId="1566443219" sldId="325"/>
            <ac:spMk id="11" creationId="{CDEB2F7D-1474-1D33-EA0D-501630F6A272}"/>
          </ac:spMkLst>
        </pc:spChg>
      </pc:sldChg>
      <pc:sldChg chg="add del replId">
        <pc:chgData name="Venüs Türesin" userId="S::venus.tueresin@tum.de::811cd87e-63b8-472e-a9a9-bc3cbe4d15e7" providerId="AD" clId="Web-{54D7EA75-7955-245A-9516-32E564371D0D}" dt="2025-07-03T11:41:36.786" v="2"/>
        <pc:sldMkLst>
          <pc:docMk/>
          <pc:sldMk cId="2650403893" sldId="325"/>
        </pc:sldMkLst>
      </pc:sldChg>
    </pc:docChg>
  </pc:docChgLst>
  <pc:docChgLst>
    <pc:chgData name="Yamama Al Mghawish" userId="2bdffd8e-3ced-4725-bb7c-eafec86fca7e" providerId="ADAL" clId="{6FD7D268-5E83-9341-A624-AE31F0E08827}"/>
    <pc:docChg chg="undo custSel addSld delSld modSld sldOrd">
      <pc:chgData name="Yamama Al Mghawish" userId="2bdffd8e-3ced-4725-bb7c-eafec86fca7e" providerId="ADAL" clId="{6FD7D268-5E83-9341-A624-AE31F0E08827}" dt="2025-07-05T18:06:43.554" v="1332" actId="20577"/>
      <pc:docMkLst>
        <pc:docMk/>
      </pc:docMkLst>
      <pc:sldChg chg="addSp delSp modSp">
        <pc:chgData name="Yamama Al Mghawish" userId="2bdffd8e-3ced-4725-bb7c-eafec86fca7e" providerId="ADAL" clId="{6FD7D268-5E83-9341-A624-AE31F0E08827}" dt="2025-07-05T17:54:50.069" v="1265"/>
        <pc:sldMkLst>
          <pc:docMk/>
          <pc:sldMk cId="0" sldId="256"/>
        </pc:sldMkLst>
        <pc:spChg chg="add del mod">
          <ac:chgData name="Yamama Al Mghawish" userId="2bdffd8e-3ced-4725-bb7c-eafec86fca7e" providerId="ADAL" clId="{6FD7D268-5E83-9341-A624-AE31F0E08827}" dt="2025-07-05T17:54:50.069" v="1265"/>
          <ac:spMkLst>
            <pc:docMk/>
            <pc:sldMk cId="0" sldId="256"/>
            <ac:spMk id="13" creationId="{1CAF1FCE-8BFC-285D-40EF-FFBC516E6948}"/>
          </ac:spMkLst>
        </pc:spChg>
      </pc:sldChg>
      <pc:sldChg chg="addSp delSp modSp add del mod setBg delDesignElem">
        <pc:chgData name="Yamama Al Mghawish" userId="2bdffd8e-3ced-4725-bb7c-eafec86fca7e" providerId="ADAL" clId="{6FD7D268-5E83-9341-A624-AE31F0E08827}" dt="2025-07-03T11:51:24.568" v="829" actId="2696"/>
        <pc:sldMkLst>
          <pc:docMk/>
          <pc:sldMk cId="1014982992" sldId="257"/>
        </pc:sldMkLst>
      </pc:sldChg>
      <pc:sldChg chg="del">
        <pc:chgData name="Yamama Al Mghawish" userId="2bdffd8e-3ced-4725-bb7c-eafec86fca7e" providerId="ADAL" clId="{6FD7D268-5E83-9341-A624-AE31F0E08827}" dt="2025-07-03T09:05:41.564" v="298" actId="2696"/>
        <pc:sldMkLst>
          <pc:docMk/>
          <pc:sldMk cId="0" sldId="262"/>
        </pc:sldMkLst>
      </pc:sldChg>
      <pc:sldChg chg="del">
        <pc:chgData name="Yamama Al Mghawish" userId="2bdffd8e-3ced-4725-bb7c-eafec86fca7e" providerId="ADAL" clId="{6FD7D268-5E83-9341-A624-AE31F0E08827}" dt="2025-07-03T09:05:41.970" v="299" actId="2696"/>
        <pc:sldMkLst>
          <pc:docMk/>
          <pc:sldMk cId="0" sldId="263"/>
        </pc:sldMkLst>
      </pc:sldChg>
      <pc:sldChg chg="del">
        <pc:chgData name="Yamama Al Mghawish" userId="2bdffd8e-3ced-4725-bb7c-eafec86fca7e" providerId="ADAL" clId="{6FD7D268-5E83-9341-A624-AE31F0E08827}" dt="2025-07-03T09:05:42.334" v="300" actId="2696"/>
        <pc:sldMkLst>
          <pc:docMk/>
          <pc:sldMk cId="0" sldId="264"/>
        </pc:sldMkLst>
      </pc:sldChg>
      <pc:sldChg chg="addSp delSp modSp del mod">
        <pc:chgData name="Yamama Al Mghawish" userId="2bdffd8e-3ced-4725-bb7c-eafec86fca7e" providerId="ADAL" clId="{6FD7D268-5E83-9341-A624-AE31F0E08827}" dt="2025-07-03T09:20:00.482" v="360" actId="2696"/>
        <pc:sldMkLst>
          <pc:docMk/>
          <pc:sldMk cId="0" sldId="273"/>
        </pc:sldMkLst>
      </pc:sldChg>
      <pc:sldChg chg="del">
        <pc:chgData name="Yamama Al Mghawish" userId="2bdffd8e-3ced-4725-bb7c-eafec86fca7e" providerId="ADAL" clId="{6FD7D268-5E83-9341-A624-AE31F0E08827}" dt="2025-07-02T20:52:49.031" v="218" actId="2696"/>
        <pc:sldMkLst>
          <pc:docMk/>
          <pc:sldMk cId="0" sldId="274"/>
        </pc:sldMkLst>
      </pc:sldChg>
      <pc:sldChg chg="del">
        <pc:chgData name="Yamama Al Mghawish" userId="2bdffd8e-3ced-4725-bb7c-eafec86fca7e" providerId="ADAL" clId="{6FD7D268-5E83-9341-A624-AE31F0E08827}" dt="2025-07-02T20:52:47.291" v="217" actId="2696"/>
        <pc:sldMkLst>
          <pc:docMk/>
          <pc:sldMk cId="0" sldId="275"/>
        </pc:sldMkLst>
      </pc:sldChg>
      <pc:sldChg chg="addSp delSp modSp mod">
        <pc:chgData name="Yamama Al Mghawish" userId="2bdffd8e-3ced-4725-bb7c-eafec86fca7e" providerId="ADAL" clId="{6FD7D268-5E83-9341-A624-AE31F0E08827}" dt="2025-07-05T18:06:43.554" v="1332" actId="20577"/>
        <pc:sldMkLst>
          <pc:docMk/>
          <pc:sldMk cId="0" sldId="278"/>
        </pc:sldMkLst>
        <pc:spChg chg="add del mod">
          <ac:chgData name="Yamama Al Mghawish" userId="2bdffd8e-3ced-4725-bb7c-eafec86fca7e" providerId="ADAL" clId="{6FD7D268-5E83-9341-A624-AE31F0E08827}" dt="2025-07-05T17:54:50.069" v="1265"/>
          <ac:spMkLst>
            <pc:docMk/>
            <pc:sldMk cId="0" sldId="278"/>
            <ac:spMk id="6" creationId="{6C406BFF-82B4-B4E7-02EA-BE354A0F83BF}"/>
          </ac:spMkLst>
        </pc:spChg>
        <pc:spChg chg="mod">
          <ac:chgData name="Yamama Al Mghawish" userId="2bdffd8e-3ced-4725-bb7c-eafec86fca7e" providerId="ADAL" clId="{6FD7D268-5E83-9341-A624-AE31F0E08827}" dt="2025-07-05T18:06:43.554" v="1332" actId="20577"/>
          <ac:spMkLst>
            <pc:docMk/>
            <pc:sldMk cId="0" sldId="278"/>
            <ac:spMk id="7" creationId="{8E5222E1-7178-0C00-6AEE-0B341CE0E27E}"/>
          </ac:spMkLst>
        </pc:spChg>
      </pc:sldChg>
      <pc:sldChg chg="modSp del mod">
        <pc:chgData name="Yamama Al Mghawish" userId="2bdffd8e-3ced-4725-bb7c-eafec86fca7e" providerId="ADAL" clId="{6FD7D268-5E83-9341-A624-AE31F0E08827}" dt="2025-07-03T09:21:17.281" v="368" actId="2696"/>
        <pc:sldMkLst>
          <pc:docMk/>
          <pc:sldMk cId="2193378253" sldId="279"/>
        </pc:sldMkLst>
      </pc:sldChg>
      <pc:sldChg chg="addSp delSp modSp add del mod ord">
        <pc:chgData name="Yamama Al Mghawish" userId="2bdffd8e-3ced-4725-bb7c-eafec86fca7e" providerId="ADAL" clId="{6FD7D268-5E83-9341-A624-AE31F0E08827}" dt="2025-07-03T09:05:42.710" v="301" actId="2696"/>
        <pc:sldMkLst>
          <pc:docMk/>
          <pc:sldMk cId="4077447092" sldId="280"/>
        </pc:sldMkLst>
      </pc:sldChg>
      <pc:sldChg chg="addSp delSp modSp add del mod">
        <pc:chgData name="Yamama Al Mghawish" userId="2bdffd8e-3ced-4725-bb7c-eafec86fca7e" providerId="ADAL" clId="{6FD7D268-5E83-9341-A624-AE31F0E08827}" dt="2025-07-03T09:21:16.588" v="366" actId="2696"/>
        <pc:sldMkLst>
          <pc:docMk/>
          <pc:sldMk cId="3088877475" sldId="281"/>
        </pc:sldMkLst>
      </pc:sldChg>
      <pc:sldChg chg="add del">
        <pc:chgData name="Yamama Al Mghawish" userId="2bdffd8e-3ced-4725-bb7c-eafec86fca7e" providerId="ADAL" clId="{6FD7D268-5E83-9341-A624-AE31F0E08827}" dt="2025-07-03T09:21:16.858" v="367" actId="2696"/>
        <pc:sldMkLst>
          <pc:docMk/>
          <pc:sldMk cId="195886301" sldId="282"/>
        </pc:sldMkLst>
      </pc:sldChg>
      <pc:sldChg chg="add del">
        <pc:chgData name="Yamama Al Mghawish" userId="2bdffd8e-3ced-4725-bb7c-eafec86fca7e" providerId="ADAL" clId="{6FD7D268-5E83-9341-A624-AE31F0E08827}" dt="2025-07-02T20:51:59.018" v="159" actId="2696"/>
        <pc:sldMkLst>
          <pc:docMk/>
          <pc:sldMk cId="2867199144" sldId="283"/>
        </pc:sldMkLst>
      </pc:sldChg>
      <pc:sldChg chg="add del">
        <pc:chgData name="Yamama Al Mghawish" userId="2bdffd8e-3ced-4725-bb7c-eafec86fca7e" providerId="ADAL" clId="{6FD7D268-5E83-9341-A624-AE31F0E08827}" dt="2025-07-02T20:51:58.548" v="158" actId="2696"/>
        <pc:sldMkLst>
          <pc:docMk/>
          <pc:sldMk cId="1290299919" sldId="284"/>
        </pc:sldMkLst>
      </pc:sldChg>
      <pc:sldChg chg="add del">
        <pc:chgData name="Yamama Al Mghawish" userId="2bdffd8e-3ced-4725-bb7c-eafec86fca7e" providerId="ADAL" clId="{6FD7D268-5E83-9341-A624-AE31F0E08827}" dt="2025-07-02T20:51:57.924" v="157" actId="2696"/>
        <pc:sldMkLst>
          <pc:docMk/>
          <pc:sldMk cId="1270747189" sldId="285"/>
        </pc:sldMkLst>
      </pc:sldChg>
      <pc:sldChg chg="addSp delSp modSp add del mod">
        <pc:chgData name="Yamama Al Mghawish" userId="2bdffd8e-3ced-4725-bb7c-eafec86fca7e" providerId="ADAL" clId="{6FD7D268-5E83-9341-A624-AE31F0E08827}" dt="2025-07-03T09:07:05.714" v="324" actId="2696"/>
        <pc:sldMkLst>
          <pc:docMk/>
          <pc:sldMk cId="2484116414" sldId="286"/>
        </pc:sldMkLst>
      </pc:sldChg>
      <pc:sldChg chg="modSp add del mod">
        <pc:chgData name="Yamama Al Mghawish" userId="2bdffd8e-3ced-4725-bb7c-eafec86fca7e" providerId="ADAL" clId="{6FD7D268-5E83-9341-A624-AE31F0E08827}" dt="2025-07-03T09:21:17.697" v="369" actId="2696"/>
        <pc:sldMkLst>
          <pc:docMk/>
          <pc:sldMk cId="2313757766" sldId="287"/>
        </pc:sldMkLst>
      </pc:sldChg>
      <pc:sldChg chg="modSp add del mod">
        <pc:chgData name="Yamama Al Mghawish" userId="2bdffd8e-3ced-4725-bb7c-eafec86fca7e" providerId="ADAL" clId="{6FD7D268-5E83-9341-A624-AE31F0E08827}" dt="2025-07-03T09:21:18.551" v="370" actId="2696"/>
        <pc:sldMkLst>
          <pc:docMk/>
          <pc:sldMk cId="2656899657" sldId="288"/>
        </pc:sldMkLst>
      </pc:sldChg>
      <pc:sldChg chg="add del">
        <pc:chgData name="Yamama Al Mghawish" userId="2bdffd8e-3ced-4725-bb7c-eafec86fca7e" providerId="ADAL" clId="{6FD7D268-5E83-9341-A624-AE31F0E08827}" dt="2025-07-03T09:19:45.941" v="352" actId="2696"/>
        <pc:sldMkLst>
          <pc:docMk/>
          <pc:sldMk cId="1710076660" sldId="290"/>
        </pc:sldMkLst>
      </pc:sldChg>
      <pc:sldChg chg="addSp delSp modSp">
        <pc:chgData name="Yamama Al Mghawish" userId="2bdffd8e-3ced-4725-bb7c-eafec86fca7e" providerId="ADAL" clId="{6FD7D268-5E83-9341-A624-AE31F0E08827}" dt="2025-07-05T17:54:50.069" v="1265"/>
        <pc:sldMkLst>
          <pc:docMk/>
          <pc:sldMk cId="1601684601" sldId="293"/>
        </pc:sldMkLst>
        <pc:spChg chg="add del mod">
          <ac:chgData name="Yamama Al Mghawish" userId="2bdffd8e-3ced-4725-bb7c-eafec86fca7e" providerId="ADAL" clId="{6FD7D268-5E83-9341-A624-AE31F0E08827}" dt="2025-07-05T17:54:50.069" v="1265"/>
          <ac:spMkLst>
            <pc:docMk/>
            <pc:sldMk cId="1601684601" sldId="293"/>
            <ac:spMk id="8" creationId="{BE51922D-817A-95F2-DEB3-EB83F4FCB388}"/>
          </ac:spMkLst>
        </pc:spChg>
      </pc:sldChg>
      <pc:sldChg chg="addSp delSp modSp">
        <pc:chgData name="Yamama Al Mghawish" userId="2bdffd8e-3ced-4725-bb7c-eafec86fca7e" providerId="ADAL" clId="{6FD7D268-5E83-9341-A624-AE31F0E08827}" dt="2025-07-05T17:54:50.069" v="1265"/>
        <pc:sldMkLst>
          <pc:docMk/>
          <pc:sldMk cId="3623443337" sldId="294"/>
        </pc:sldMkLst>
        <pc:spChg chg="add del mod">
          <ac:chgData name="Yamama Al Mghawish" userId="2bdffd8e-3ced-4725-bb7c-eafec86fca7e" providerId="ADAL" clId="{6FD7D268-5E83-9341-A624-AE31F0E08827}" dt="2025-07-05T17:54:50.069" v="1265"/>
          <ac:spMkLst>
            <pc:docMk/>
            <pc:sldMk cId="3623443337" sldId="294"/>
            <ac:spMk id="9" creationId="{1AAEB915-1F27-03A4-50D1-DAA6445327D6}"/>
          </ac:spMkLst>
        </pc:spChg>
      </pc:sldChg>
      <pc:sldChg chg="addSp delSp modSp">
        <pc:chgData name="Yamama Al Mghawish" userId="2bdffd8e-3ced-4725-bb7c-eafec86fca7e" providerId="ADAL" clId="{6FD7D268-5E83-9341-A624-AE31F0E08827}" dt="2025-07-05T17:54:50.069" v="1265"/>
        <pc:sldMkLst>
          <pc:docMk/>
          <pc:sldMk cId="1697796391" sldId="295"/>
        </pc:sldMkLst>
        <pc:spChg chg="add del mod">
          <ac:chgData name="Yamama Al Mghawish" userId="2bdffd8e-3ced-4725-bb7c-eafec86fca7e" providerId="ADAL" clId="{6FD7D268-5E83-9341-A624-AE31F0E08827}" dt="2025-07-05T17:54:50.069" v="1265"/>
          <ac:spMkLst>
            <pc:docMk/>
            <pc:sldMk cId="1697796391" sldId="295"/>
            <ac:spMk id="8" creationId="{120A16F9-3D70-2996-E27F-074A51B5D6FD}"/>
          </ac:spMkLst>
        </pc:spChg>
      </pc:sldChg>
      <pc:sldChg chg="addSp delSp modSp">
        <pc:chgData name="Yamama Al Mghawish" userId="2bdffd8e-3ced-4725-bb7c-eafec86fca7e" providerId="ADAL" clId="{6FD7D268-5E83-9341-A624-AE31F0E08827}" dt="2025-07-05T17:54:50.069" v="1265"/>
        <pc:sldMkLst>
          <pc:docMk/>
          <pc:sldMk cId="527987813" sldId="296"/>
        </pc:sldMkLst>
        <pc:spChg chg="add del mod">
          <ac:chgData name="Yamama Al Mghawish" userId="2bdffd8e-3ced-4725-bb7c-eafec86fca7e" providerId="ADAL" clId="{6FD7D268-5E83-9341-A624-AE31F0E08827}" dt="2025-07-05T17:54:50.069" v="1265"/>
          <ac:spMkLst>
            <pc:docMk/>
            <pc:sldMk cId="527987813" sldId="296"/>
            <ac:spMk id="10" creationId="{A01F3246-9AAB-B279-BDF8-3D9911061BC9}"/>
          </ac:spMkLst>
        </pc:spChg>
      </pc:sldChg>
      <pc:sldChg chg="addSp delSp modSp">
        <pc:chgData name="Yamama Al Mghawish" userId="2bdffd8e-3ced-4725-bb7c-eafec86fca7e" providerId="ADAL" clId="{6FD7D268-5E83-9341-A624-AE31F0E08827}" dt="2025-07-05T17:54:50.069" v="1265"/>
        <pc:sldMkLst>
          <pc:docMk/>
          <pc:sldMk cId="4272719243" sldId="297"/>
        </pc:sldMkLst>
        <pc:spChg chg="add del mod">
          <ac:chgData name="Yamama Al Mghawish" userId="2bdffd8e-3ced-4725-bb7c-eafec86fca7e" providerId="ADAL" clId="{6FD7D268-5E83-9341-A624-AE31F0E08827}" dt="2025-07-05T17:54:50.069" v="1265"/>
          <ac:spMkLst>
            <pc:docMk/>
            <pc:sldMk cId="4272719243" sldId="297"/>
            <ac:spMk id="9" creationId="{CC9C68C5-D3B0-DC89-553F-90E4FA5F869F}"/>
          </ac:spMkLst>
        </pc:spChg>
      </pc:sldChg>
      <pc:sldChg chg="addSp delSp modSp">
        <pc:chgData name="Yamama Al Mghawish" userId="2bdffd8e-3ced-4725-bb7c-eafec86fca7e" providerId="ADAL" clId="{6FD7D268-5E83-9341-A624-AE31F0E08827}" dt="2025-07-05T17:54:50.069" v="1265"/>
        <pc:sldMkLst>
          <pc:docMk/>
          <pc:sldMk cId="1197355519" sldId="298"/>
        </pc:sldMkLst>
        <pc:spChg chg="add del mod">
          <ac:chgData name="Yamama Al Mghawish" userId="2bdffd8e-3ced-4725-bb7c-eafec86fca7e" providerId="ADAL" clId="{6FD7D268-5E83-9341-A624-AE31F0E08827}" dt="2025-07-05T17:54:50.069" v="1265"/>
          <ac:spMkLst>
            <pc:docMk/>
            <pc:sldMk cId="1197355519" sldId="298"/>
            <ac:spMk id="9" creationId="{6E7500C8-3C02-5A06-2D8B-DBB20937DD03}"/>
          </ac:spMkLst>
        </pc:spChg>
      </pc:sldChg>
      <pc:sldChg chg="addSp delSp modSp mod">
        <pc:chgData name="Yamama Al Mghawish" userId="2bdffd8e-3ced-4725-bb7c-eafec86fca7e" providerId="ADAL" clId="{6FD7D268-5E83-9341-A624-AE31F0E08827}" dt="2025-07-05T17:54:50.069" v="1265"/>
        <pc:sldMkLst>
          <pc:docMk/>
          <pc:sldMk cId="2136992838" sldId="299"/>
        </pc:sldMkLst>
        <pc:spChg chg="add del mod">
          <ac:chgData name="Yamama Al Mghawish" userId="2bdffd8e-3ced-4725-bb7c-eafec86fca7e" providerId="ADAL" clId="{6FD7D268-5E83-9341-A624-AE31F0E08827}" dt="2025-07-05T17:54:50.069" v="1265"/>
          <ac:spMkLst>
            <pc:docMk/>
            <pc:sldMk cId="2136992838" sldId="299"/>
            <ac:spMk id="14" creationId="{D7821A90-F338-1E24-A9FD-82400519D426}"/>
          </ac:spMkLst>
        </pc:spChg>
        <pc:spChg chg="mod">
          <ac:chgData name="Yamama Al Mghawish" userId="2bdffd8e-3ced-4725-bb7c-eafec86fca7e" providerId="ADAL" clId="{6FD7D268-5E83-9341-A624-AE31F0E08827}" dt="2025-07-05T17:53:57.928" v="1263" actId="20577"/>
          <ac:spMkLst>
            <pc:docMk/>
            <pc:sldMk cId="2136992838" sldId="299"/>
            <ac:spMk id="20" creationId="{D97AF621-38D7-81D6-7CA5-A6C712D4575C}"/>
          </ac:spMkLst>
        </pc:spChg>
      </pc:sldChg>
      <pc:sldChg chg="addSp delSp modSp">
        <pc:chgData name="Yamama Al Mghawish" userId="2bdffd8e-3ced-4725-bb7c-eafec86fca7e" providerId="ADAL" clId="{6FD7D268-5E83-9341-A624-AE31F0E08827}" dt="2025-07-05T17:54:50.069" v="1265"/>
        <pc:sldMkLst>
          <pc:docMk/>
          <pc:sldMk cId="2881522593" sldId="300"/>
        </pc:sldMkLst>
        <pc:spChg chg="add del mod">
          <ac:chgData name="Yamama Al Mghawish" userId="2bdffd8e-3ced-4725-bb7c-eafec86fca7e" providerId="ADAL" clId="{6FD7D268-5E83-9341-A624-AE31F0E08827}" dt="2025-07-05T17:54:50.069" v="1265"/>
          <ac:spMkLst>
            <pc:docMk/>
            <pc:sldMk cId="2881522593" sldId="300"/>
            <ac:spMk id="6" creationId="{5EF34EEA-100C-8ADB-56CD-5C0828326716}"/>
          </ac:spMkLst>
        </pc:spChg>
      </pc:sldChg>
      <pc:sldChg chg="addSp delSp modSp">
        <pc:chgData name="Yamama Al Mghawish" userId="2bdffd8e-3ced-4725-bb7c-eafec86fca7e" providerId="ADAL" clId="{6FD7D268-5E83-9341-A624-AE31F0E08827}" dt="2025-07-05T17:54:50.069" v="1265"/>
        <pc:sldMkLst>
          <pc:docMk/>
          <pc:sldMk cId="1241453599" sldId="301"/>
        </pc:sldMkLst>
        <pc:spChg chg="add del mod">
          <ac:chgData name="Yamama Al Mghawish" userId="2bdffd8e-3ced-4725-bb7c-eafec86fca7e" providerId="ADAL" clId="{6FD7D268-5E83-9341-A624-AE31F0E08827}" dt="2025-07-05T17:54:50.069" v="1265"/>
          <ac:spMkLst>
            <pc:docMk/>
            <pc:sldMk cId="1241453599" sldId="301"/>
            <ac:spMk id="7" creationId="{68403FE9-57D0-B5E3-4BA7-3AAF396497A3}"/>
          </ac:spMkLst>
        </pc:spChg>
      </pc:sldChg>
      <pc:sldChg chg="addSp delSp modSp">
        <pc:chgData name="Yamama Al Mghawish" userId="2bdffd8e-3ced-4725-bb7c-eafec86fca7e" providerId="ADAL" clId="{6FD7D268-5E83-9341-A624-AE31F0E08827}" dt="2025-07-05T17:54:50.069" v="1265"/>
        <pc:sldMkLst>
          <pc:docMk/>
          <pc:sldMk cId="2561810721" sldId="303"/>
        </pc:sldMkLst>
        <pc:spChg chg="add del mod">
          <ac:chgData name="Yamama Al Mghawish" userId="2bdffd8e-3ced-4725-bb7c-eafec86fca7e" providerId="ADAL" clId="{6FD7D268-5E83-9341-A624-AE31F0E08827}" dt="2025-07-05T17:54:50.069" v="1265"/>
          <ac:spMkLst>
            <pc:docMk/>
            <pc:sldMk cId="2561810721" sldId="303"/>
            <ac:spMk id="8" creationId="{6BED6C9F-74D3-54D6-3F5E-976ADB90E8D0}"/>
          </ac:spMkLst>
        </pc:spChg>
      </pc:sldChg>
      <pc:sldChg chg="addSp delSp modSp">
        <pc:chgData name="Yamama Al Mghawish" userId="2bdffd8e-3ced-4725-bb7c-eafec86fca7e" providerId="ADAL" clId="{6FD7D268-5E83-9341-A624-AE31F0E08827}" dt="2025-07-05T17:54:50.069" v="1265"/>
        <pc:sldMkLst>
          <pc:docMk/>
          <pc:sldMk cId="2994076483" sldId="304"/>
        </pc:sldMkLst>
        <pc:spChg chg="add del mod">
          <ac:chgData name="Yamama Al Mghawish" userId="2bdffd8e-3ced-4725-bb7c-eafec86fca7e" providerId="ADAL" clId="{6FD7D268-5E83-9341-A624-AE31F0E08827}" dt="2025-07-05T17:54:50.069" v="1265"/>
          <ac:spMkLst>
            <pc:docMk/>
            <pc:sldMk cId="2994076483" sldId="304"/>
            <ac:spMk id="5" creationId="{9ED6FE1B-A229-1354-4850-B290A88932E1}"/>
          </ac:spMkLst>
        </pc:spChg>
      </pc:sldChg>
      <pc:sldChg chg="addSp delSp modSp">
        <pc:chgData name="Yamama Al Mghawish" userId="2bdffd8e-3ced-4725-bb7c-eafec86fca7e" providerId="ADAL" clId="{6FD7D268-5E83-9341-A624-AE31F0E08827}" dt="2025-07-05T17:54:50.069" v="1265"/>
        <pc:sldMkLst>
          <pc:docMk/>
          <pc:sldMk cId="3740327008" sldId="305"/>
        </pc:sldMkLst>
        <pc:spChg chg="add del mod">
          <ac:chgData name="Yamama Al Mghawish" userId="2bdffd8e-3ced-4725-bb7c-eafec86fca7e" providerId="ADAL" clId="{6FD7D268-5E83-9341-A624-AE31F0E08827}" dt="2025-07-05T17:54:50.069" v="1265"/>
          <ac:spMkLst>
            <pc:docMk/>
            <pc:sldMk cId="3740327008" sldId="305"/>
            <ac:spMk id="6" creationId="{DC2A095F-CE61-F14F-9C2F-EC966A2C42E3}"/>
          </ac:spMkLst>
        </pc:spChg>
      </pc:sldChg>
      <pc:sldChg chg="addSp delSp modSp del">
        <pc:chgData name="Yamama Al Mghawish" userId="2bdffd8e-3ced-4725-bb7c-eafec86fca7e" providerId="ADAL" clId="{6FD7D268-5E83-9341-A624-AE31F0E08827}" dt="2025-07-05T18:05:26.501" v="1292" actId="2696"/>
        <pc:sldMkLst>
          <pc:docMk/>
          <pc:sldMk cId="3540593864" sldId="306"/>
        </pc:sldMkLst>
        <pc:spChg chg="add del mod">
          <ac:chgData name="Yamama Al Mghawish" userId="2bdffd8e-3ced-4725-bb7c-eafec86fca7e" providerId="ADAL" clId="{6FD7D268-5E83-9341-A624-AE31F0E08827}" dt="2025-07-05T17:54:50.069" v="1265"/>
          <ac:spMkLst>
            <pc:docMk/>
            <pc:sldMk cId="3540593864" sldId="306"/>
            <ac:spMk id="9" creationId="{89F3CDAD-A1F0-A05B-7590-91B9F1E522F3}"/>
          </ac:spMkLst>
        </pc:spChg>
      </pc:sldChg>
      <pc:sldChg chg="addSp delSp modSp mod">
        <pc:chgData name="Yamama Al Mghawish" userId="2bdffd8e-3ced-4725-bb7c-eafec86fca7e" providerId="ADAL" clId="{6FD7D268-5E83-9341-A624-AE31F0E08827}" dt="2025-07-05T18:05:34.730" v="1296" actId="20577"/>
        <pc:sldMkLst>
          <pc:docMk/>
          <pc:sldMk cId="3668627266" sldId="307"/>
        </pc:sldMkLst>
        <pc:spChg chg="add del mod">
          <ac:chgData name="Yamama Al Mghawish" userId="2bdffd8e-3ced-4725-bb7c-eafec86fca7e" providerId="ADAL" clId="{6FD7D268-5E83-9341-A624-AE31F0E08827}" dt="2025-07-05T17:54:50.069" v="1265"/>
          <ac:spMkLst>
            <pc:docMk/>
            <pc:sldMk cId="3668627266" sldId="307"/>
            <ac:spMk id="6" creationId="{62EBCACC-9FCD-B1D2-C693-DBE4FE5F2FDC}"/>
          </ac:spMkLst>
        </pc:spChg>
        <pc:spChg chg="mod">
          <ac:chgData name="Yamama Al Mghawish" userId="2bdffd8e-3ced-4725-bb7c-eafec86fca7e" providerId="ADAL" clId="{6FD7D268-5E83-9341-A624-AE31F0E08827}" dt="2025-07-05T18:05:34.730" v="1296" actId="20577"/>
          <ac:spMkLst>
            <pc:docMk/>
            <pc:sldMk cId="3668627266" sldId="307"/>
            <ac:spMk id="11" creationId="{D2B283E8-A3D9-3E77-4F20-DB841E7D13D2}"/>
          </ac:spMkLst>
        </pc:spChg>
      </pc:sldChg>
      <pc:sldChg chg="addSp delSp modSp mod">
        <pc:chgData name="Yamama Al Mghawish" userId="2bdffd8e-3ced-4725-bb7c-eafec86fca7e" providerId="ADAL" clId="{6FD7D268-5E83-9341-A624-AE31F0E08827}" dt="2025-07-05T18:05:38.788" v="1298" actId="20577"/>
        <pc:sldMkLst>
          <pc:docMk/>
          <pc:sldMk cId="20277589" sldId="308"/>
        </pc:sldMkLst>
        <pc:spChg chg="add del mod">
          <ac:chgData name="Yamama Al Mghawish" userId="2bdffd8e-3ced-4725-bb7c-eafec86fca7e" providerId="ADAL" clId="{6FD7D268-5E83-9341-A624-AE31F0E08827}" dt="2025-07-05T17:54:50.069" v="1265"/>
          <ac:spMkLst>
            <pc:docMk/>
            <pc:sldMk cId="20277589" sldId="308"/>
            <ac:spMk id="9" creationId="{A1529984-7D57-F604-A2F9-1EAD118444BD}"/>
          </ac:spMkLst>
        </pc:spChg>
        <pc:spChg chg="mod">
          <ac:chgData name="Yamama Al Mghawish" userId="2bdffd8e-3ced-4725-bb7c-eafec86fca7e" providerId="ADAL" clId="{6FD7D268-5E83-9341-A624-AE31F0E08827}" dt="2025-07-05T18:05:38.788" v="1298" actId="20577"/>
          <ac:spMkLst>
            <pc:docMk/>
            <pc:sldMk cId="20277589" sldId="308"/>
            <ac:spMk id="13" creationId="{F91FF2FB-A9BC-2967-967E-F6F481F49004}"/>
          </ac:spMkLst>
        </pc:spChg>
      </pc:sldChg>
      <pc:sldChg chg="addSp delSp modSp add mod">
        <pc:chgData name="Yamama Al Mghawish" userId="2bdffd8e-3ced-4725-bb7c-eafec86fca7e" providerId="ADAL" clId="{6FD7D268-5E83-9341-A624-AE31F0E08827}" dt="2025-07-05T18:05:43.138" v="1300" actId="20577"/>
        <pc:sldMkLst>
          <pc:docMk/>
          <pc:sldMk cId="3498626641" sldId="309"/>
        </pc:sldMkLst>
        <pc:spChg chg="add del mod">
          <ac:chgData name="Yamama Al Mghawish" userId="2bdffd8e-3ced-4725-bb7c-eafec86fca7e" providerId="ADAL" clId="{6FD7D268-5E83-9341-A624-AE31F0E08827}" dt="2025-07-05T17:54:50.069" v="1265"/>
          <ac:spMkLst>
            <pc:docMk/>
            <pc:sldMk cId="3498626641" sldId="309"/>
            <ac:spMk id="5" creationId="{F8CB8BE1-F93C-2D11-91EC-5EB43328AED0}"/>
          </ac:spMkLst>
        </pc:spChg>
        <pc:spChg chg="mod">
          <ac:chgData name="Yamama Al Mghawish" userId="2bdffd8e-3ced-4725-bb7c-eafec86fca7e" providerId="ADAL" clId="{6FD7D268-5E83-9341-A624-AE31F0E08827}" dt="2025-07-05T18:05:43.138" v="1300" actId="20577"/>
          <ac:spMkLst>
            <pc:docMk/>
            <pc:sldMk cId="3498626641" sldId="309"/>
            <ac:spMk id="8" creationId="{D60632F2-9C97-42B2-D870-2935D525B180}"/>
          </ac:spMkLst>
        </pc:spChg>
        <pc:spChg chg="mod">
          <ac:chgData name="Yamama Al Mghawish" userId="2bdffd8e-3ced-4725-bb7c-eafec86fca7e" providerId="ADAL" clId="{6FD7D268-5E83-9341-A624-AE31F0E08827}" dt="2025-07-03T12:20:02.451" v="878" actId="1076"/>
          <ac:spMkLst>
            <pc:docMk/>
            <pc:sldMk cId="3498626641" sldId="309"/>
            <ac:spMk id="14" creationId="{29963E5B-4818-1ECE-FC4D-7E69409A0618}"/>
          </ac:spMkLst>
        </pc:spChg>
        <pc:graphicFrameChg chg="add mod">
          <ac:chgData name="Yamama Al Mghawish" userId="2bdffd8e-3ced-4725-bb7c-eafec86fca7e" providerId="ADAL" clId="{6FD7D268-5E83-9341-A624-AE31F0E08827}" dt="2025-07-03T12:25:05.818" v="917" actId="12269"/>
          <ac:graphicFrameMkLst>
            <pc:docMk/>
            <pc:sldMk cId="3498626641" sldId="309"/>
            <ac:graphicFrameMk id="15" creationId="{6F9284E6-5F0C-569E-1F14-4F7AD8028B05}"/>
          </ac:graphicFrameMkLst>
        </pc:graphicFrameChg>
      </pc:sldChg>
      <pc:sldChg chg="addSp delSp modSp add mod">
        <pc:chgData name="Yamama Al Mghawish" userId="2bdffd8e-3ced-4725-bb7c-eafec86fca7e" providerId="ADAL" clId="{6FD7D268-5E83-9341-A624-AE31F0E08827}" dt="2025-07-05T18:05:57.284" v="1308" actId="20577"/>
        <pc:sldMkLst>
          <pc:docMk/>
          <pc:sldMk cId="2317156452" sldId="310"/>
        </pc:sldMkLst>
        <pc:spChg chg="add del mod">
          <ac:chgData name="Yamama Al Mghawish" userId="2bdffd8e-3ced-4725-bb7c-eafec86fca7e" providerId="ADAL" clId="{6FD7D268-5E83-9341-A624-AE31F0E08827}" dt="2025-07-05T17:54:50.069" v="1265"/>
          <ac:spMkLst>
            <pc:docMk/>
            <pc:sldMk cId="2317156452" sldId="310"/>
            <ac:spMk id="5" creationId="{1CE19D6D-8E9B-71F3-E235-CBD1E77E57FE}"/>
          </ac:spMkLst>
        </pc:spChg>
        <pc:spChg chg="mod">
          <ac:chgData name="Yamama Al Mghawish" userId="2bdffd8e-3ced-4725-bb7c-eafec86fca7e" providerId="ADAL" clId="{6FD7D268-5E83-9341-A624-AE31F0E08827}" dt="2025-07-05T18:05:57.284" v="1308" actId="20577"/>
          <ac:spMkLst>
            <pc:docMk/>
            <pc:sldMk cId="2317156452" sldId="310"/>
            <ac:spMk id="8" creationId="{2F0ADA17-1DDD-4700-7FEE-27ECF153CA14}"/>
          </ac:spMkLst>
        </pc:spChg>
        <pc:picChg chg="add mod modCrop">
          <ac:chgData name="Yamama Al Mghawish" userId="2bdffd8e-3ced-4725-bb7c-eafec86fca7e" providerId="ADAL" clId="{6FD7D268-5E83-9341-A624-AE31F0E08827}" dt="2025-07-03T15:16:29.651" v="1178" actId="1076"/>
          <ac:picMkLst>
            <pc:docMk/>
            <pc:sldMk cId="2317156452" sldId="310"/>
            <ac:picMk id="9" creationId="{DCDFD28F-53F2-7A3A-B05E-7E23CF4125DC}"/>
          </ac:picMkLst>
        </pc:picChg>
      </pc:sldChg>
      <pc:sldChg chg="addSp delSp modSp add mod">
        <pc:chgData name="Yamama Al Mghawish" userId="2bdffd8e-3ced-4725-bb7c-eafec86fca7e" providerId="ADAL" clId="{6FD7D268-5E83-9341-A624-AE31F0E08827}" dt="2025-07-05T18:06:04.960" v="1310" actId="20577"/>
        <pc:sldMkLst>
          <pc:docMk/>
          <pc:sldMk cId="4180735538" sldId="311"/>
        </pc:sldMkLst>
        <pc:spChg chg="add mod">
          <ac:chgData name="Yamama Al Mghawish" userId="2bdffd8e-3ced-4725-bb7c-eafec86fca7e" providerId="ADAL" clId="{6FD7D268-5E83-9341-A624-AE31F0E08827}" dt="2025-07-03T15:06:12.504" v="1099" actId="1076"/>
          <ac:spMkLst>
            <pc:docMk/>
            <pc:sldMk cId="4180735538" sldId="311"/>
            <ac:spMk id="6" creationId="{AA3F54EC-57C0-4CA6-D97F-DF1D57815B8A}"/>
          </ac:spMkLst>
        </pc:spChg>
        <pc:spChg chg="add mod">
          <ac:chgData name="Yamama Al Mghawish" userId="2bdffd8e-3ced-4725-bb7c-eafec86fca7e" providerId="ADAL" clId="{6FD7D268-5E83-9341-A624-AE31F0E08827}" dt="2025-07-03T15:17:12.052" v="1184" actId="12"/>
          <ac:spMkLst>
            <pc:docMk/>
            <pc:sldMk cId="4180735538" sldId="311"/>
            <ac:spMk id="8" creationId="{B8BD73CA-E4BA-36FD-56AE-8072D0DDEE09}"/>
          </ac:spMkLst>
        </pc:spChg>
        <pc:spChg chg="add del mod">
          <ac:chgData name="Yamama Al Mghawish" userId="2bdffd8e-3ced-4725-bb7c-eafec86fca7e" providerId="ADAL" clId="{6FD7D268-5E83-9341-A624-AE31F0E08827}" dt="2025-07-05T17:54:50.069" v="1265"/>
          <ac:spMkLst>
            <pc:docMk/>
            <pc:sldMk cId="4180735538" sldId="311"/>
            <ac:spMk id="9" creationId="{9754F5F6-D7ED-3841-F0CF-AF400E4A98D8}"/>
          </ac:spMkLst>
        </pc:spChg>
        <pc:spChg chg="mod">
          <ac:chgData name="Yamama Al Mghawish" userId="2bdffd8e-3ced-4725-bb7c-eafec86fca7e" providerId="ADAL" clId="{6FD7D268-5E83-9341-A624-AE31F0E08827}" dt="2025-07-05T18:06:04.960" v="1310" actId="20577"/>
          <ac:spMkLst>
            <pc:docMk/>
            <pc:sldMk cId="4180735538" sldId="311"/>
            <ac:spMk id="11" creationId="{FB143AB2-966A-F980-E33E-9DC7D65CA3C4}"/>
          </ac:spMkLst>
        </pc:spChg>
        <pc:spChg chg="mod">
          <ac:chgData name="Yamama Al Mghawish" userId="2bdffd8e-3ced-4725-bb7c-eafec86fca7e" providerId="ADAL" clId="{6FD7D268-5E83-9341-A624-AE31F0E08827}" dt="2025-07-03T09:19:58.510" v="357"/>
          <ac:spMkLst>
            <pc:docMk/>
            <pc:sldMk cId="4180735538" sldId="311"/>
            <ac:spMk id="14" creationId="{8D50AED1-2711-7020-E12A-685A6871E37F}"/>
          </ac:spMkLst>
        </pc:spChg>
        <pc:picChg chg="add mod">
          <ac:chgData name="Yamama Al Mghawish" userId="2bdffd8e-3ced-4725-bb7c-eafec86fca7e" providerId="ADAL" clId="{6FD7D268-5E83-9341-A624-AE31F0E08827}" dt="2025-07-03T15:05:32.241" v="1087" actId="1076"/>
          <ac:picMkLst>
            <pc:docMk/>
            <pc:sldMk cId="4180735538" sldId="311"/>
            <ac:picMk id="5" creationId="{4F54AD65-FE71-C51B-21CC-4EA916567F89}"/>
          </ac:picMkLst>
        </pc:picChg>
      </pc:sldChg>
      <pc:sldChg chg="addSp delSp modSp add mod modNotesTx">
        <pc:chgData name="Yamama Al Mghawish" userId="2bdffd8e-3ced-4725-bb7c-eafec86fca7e" providerId="ADAL" clId="{6FD7D268-5E83-9341-A624-AE31F0E08827}" dt="2025-07-05T18:05:47.519" v="1302" actId="20577"/>
        <pc:sldMkLst>
          <pc:docMk/>
          <pc:sldMk cId="1851635571" sldId="312"/>
        </pc:sldMkLst>
        <pc:spChg chg="add mod">
          <ac:chgData name="Yamama Al Mghawish" userId="2bdffd8e-3ced-4725-bb7c-eafec86fca7e" providerId="ADAL" clId="{6FD7D268-5E83-9341-A624-AE31F0E08827}" dt="2025-07-05T17:53:41.934" v="1261"/>
          <ac:spMkLst>
            <pc:docMk/>
            <pc:sldMk cId="1851635571" sldId="312"/>
            <ac:spMk id="5" creationId="{625B968B-4513-17D0-011A-FA3011EB495C}"/>
          </ac:spMkLst>
        </pc:spChg>
        <pc:spChg chg="add del mod">
          <ac:chgData name="Yamama Al Mghawish" userId="2bdffd8e-3ced-4725-bb7c-eafec86fca7e" providerId="ADAL" clId="{6FD7D268-5E83-9341-A624-AE31F0E08827}" dt="2025-07-05T17:54:50.069" v="1265"/>
          <ac:spMkLst>
            <pc:docMk/>
            <pc:sldMk cId="1851635571" sldId="312"/>
            <ac:spMk id="6" creationId="{6BF8C470-8391-A83A-2FAD-3F36C339DBE4}"/>
          </ac:spMkLst>
        </pc:spChg>
        <pc:spChg chg="mod">
          <ac:chgData name="Yamama Al Mghawish" userId="2bdffd8e-3ced-4725-bb7c-eafec86fca7e" providerId="ADAL" clId="{6FD7D268-5E83-9341-A624-AE31F0E08827}" dt="2025-07-05T18:05:47.519" v="1302" actId="20577"/>
          <ac:spMkLst>
            <pc:docMk/>
            <pc:sldMk cId="1851635571" sldId="312"/>
            <ac:spMk id="9" creationId="{F84A5C77-5427-7DE9-FBB2-3A01CA7DB9DD}"/>
          </ac:spMkLst>
        </pc:spChg>
        <pc:spChg chg="mod">
          <ac:chgData name="Yamama Al Mghawish" userId="2bdffd8e-3ced-4725-bb7c-eafec86fca7e" providerId="ADAL" clId="{6FD7D268-5E83-9341-A624-AE31F0E08827}" dt="2025-07-03T10:14:43.665" v="460" actId="20577"/>
          <ac:spMkLst>
            <pc:docMk/>
            <pc:sldMk cId="1851635571" sldId="312"/>
            <ac:spMk id="14" creationId="{C792C5F0-B2D1-2EF6-20FF-21CA7786660C}"/>
          </ac:spMkLst>
        </pc:spChg>
        <pc:picChg chg="mod modCrop">
          <ac:chgData name="Yamama Al Mghawish" userId="2bdffd8e-3ced-4725-bb7c-eafec86fca7e" providerId="ADAL" clId="{6FD7D268-5E83-9341-A624-AE31F0E08827}" dt="2025-07-03T15:16:48.602" v="1183" actId="1076"/>
          <ac:picMkLst>
            <pc:docMk/>
            <pc:sldMk cId="1851635571" sldId="312"/>
            <ac:picMk id="4" creationId="{1685E008-852B-281E-EFBE-7EBFDD2E0472}"/>
          </ac:picMkLst>
        </pc:picChg>
      </pc:sldChg>
      <pc:sldChg chg="addSp delSp modSp add mod">
        <pc:chgData name="Yamama Al Mghawish" userId="2bdffd8e-3ced-4725-bb7c-eafec86fca7e" providerId="ADAL" clId="{6FD7D268-5E83-9341-A624-AE31F0E08827}" dt="2025-07-05T18:05:52.583" v="1306" actId="20577"/>
        <pc:sldMkLst>
          <pc:docMk/>
          <pc:sldMk cId="1509651775" sldId="313"/>
        </pc:sldMkLst>
        <pc:spChg chg="add mod">
          <ac:chgData name="Yamama Al Mghawish" userId="2bdffd8e-3ced-4725-bb7c-eafec86fca7e" providerId="ADAL" clId="{6FD7D268-5E83-9341-A624-AE31F0E08827}" dt="2025-07-03T15:09:43.837" v="1129" actId="1076"/>
          <ac:spMkLst>
            <pc:docMk/>
            <pc:sldMk cId="1509651775" sldId="313"/>
            <ac:spMk id="6" creationId="{132D0792-B7F0-317C-75DA-FAFFC131FCD3}"/>
          </ac:spMkLst>
        </pc:spChg>
        <pc:spChg chg="add del mod">
          <ac:chgData name="Yamama Al Mghawish" userId="2bdffd8e-3ced-4725-bb7c-eafec86fca7e" providerId="ADAL" clId="{6FD7D268-5E83-9341-A624-AE31F0E08827}" dt="2025-07-05T17:54:50.069" v="1265"/>
          <ac:spMkLst>
            <pc:docMk/>
            <pc:sldMk cId="1509651775" sldId="313"/>
            <ac:spMk id="8" creationId="{44928716-F5BC-C1A9-32EC-150FCAF54045}"/>
          </ac:spMkLst>
        </pc:spChg>
        <pc:spChg chg="mod">
          <ac:chgData name="Yamama Al Mghawish" userId="2bdffd8e-3ced-4725-bb7c-eafec86fca7e" providerId="ADAL" clId="{6FD7D268-5E83-9341-A624-AE31F0E08827}" dt="2025-07-05T18:05:52.583" v="1306" actId="20577"/>
          <ac:spMkLst>
            <pc:docMk/>
            <pc:sldMk cId="1509651775" sldId="313"/>
            <ac:spMk id="10" creationId="{FE0CD9F9-B163-C362-4583-3EB5154D7583}"/>
          </ac:spMkLst>
        </pc:spChg>
        <pc:spChg chg="mod">
          <ac:chgData name="Yamama Al Mghawish" userId="2bdffd8e-3ced-4725-bb7c-eafec86fca7e" providerId="ADAL" clId="{6FD7D268-5E83-9341-A624-AE31F0E08827}" dt="2025-07-03T10:20:24.113" v="505" actId="313"/>
          <ac:spMkLst>
            <pc:docMk/>
            <pc:sldMk cId="1509651775" sldId="313"/>
            <ac:spMk id="14" creationId="{B4F52CF2-3BD3-CAF5-B9AC-497AB8705300}"/>
          </ac:spMkLst>
        </pc:spChg>
        <pc:picChg chg="add mod modCrop">
          <ac:chgData name="Yamama Al Mghawish" userId="2bdffd8e-3ced-4725-bb7c-eafec86fca7e" providerId="ADAL" clId="{6FD7D268-5E83-9341-A624-AE31F0E08827}" dt="2025-07-03T15:15:43.401" v="1175" actId="1038"/>
          <ac:picMkLst>
            <pc:docMk/>
            <pc:sldMk cId="1509651775" sldId="313"/>
            <ac:picMk id="4" creationId="{822A3A54-115A-EB7C-0537-409ACF85D1D5}"/>
          </ac:picMkLst>
        </pc:picChg>
      </pc:sldChg>
      <pc:sldChg chg="addSp delSp modSp add mod">
        <pc:chgData name="Yamama Al Mghawish" userId="2bdffd8e-3ced-4725-bb7c-eafec86fca7e" providerId="ADAL" clId="{6FD7D268-5E83-9341-A624-AE31F0E08827}" dt="2025-07-05T18:06:11.565" v="1312" actId="20577"/>
        <pc:sldMkLst>
          <pc:docMk/>
          <pc:sldMk cId="3954437530" sldId="314"/>
        </pc:sldMkLst>
        <pc:spChg chg="add del mod">
          <ac:chgData name="Yamama Al Mghawish" userId="2bdffd8e-3ced-4725-bb7c-eafec86fca7e" providerId="ADAL" clId="{6FD7D268-5E83-9341-A624-AE31F0E08827}" dt="2025-07-05T17:54:50.069" v="1265"/>
          <ac:spMkLst>
            <pc:docMk/>
            <pc:sldMk cId="3954437530" sldId="314"/>
            <ac:spMk id="6" creationId="{1F21B427-34AA-D59D-AFE7-4132CDC2F83A}"/>
          </ac:spMkLst>
        </pc:spChg>
        <pc:spChg chg="add mod">
          <ac:chgData name="Yamama Al Mghawish" userId="2bdffd8e-3ced-4725-bb7c-eafec86fca7e" providerId="ADAL" clId="{6FD7D268-5E83-9341-A624-AE31F0E08827}" dt="2025-07-03T15:03:16.780" v="1081" actId="1076"/>
          <ac:spMkLst>
            <pc:docMk/>
            <pc:sldMk cId="3954437530" sldId="314"/>
            <ac:spMk id="8" creationId="{5258B637-CDD7-8EB0-0D28-50D7DC716298}"/>
          </ac:spMkLst>
        </pc:spChg>
        <pc:spChg chg="add mod">
          <ac:chgData name="Yamama Al Mghawish" userId="2bdffd8e-3ced-4725-bb7c-eafec86fca7e" providerId="ADAL" clId="{6FD7D268-5E83-9341-A624-AE31F0E08827}" dt="2025-07-03T15:03:12.646" v="1080" actId="1076"/>
          <ac:spMkLst>
            <pc:docMk/>
            <pc:sldMk cId="3954437530" sldId="314"/>
            <ac:spMk id="10" creationId="{9028976C-9566-669B-0DF7-9E7D07F9687B}"/>
          </ac:spMkLst>
        </pc:spChg>
        <pc:spChg chg="add del mod">
          <ac:chgData name="Yamama Al Mghawish" userId="2bdffd8e-3ced-4725-bb7c-eafec86fca7e" providerId="ADAL" clId="{6FD7D268-5E83-9341-A624-AE31F0E08827}" dt="2025-07-05T18:06:11.565" v="1312" actId="20577"/>
          <ac:spMkLst>
            <pc:docMk/>
            <pc:sldMk cId="3954437530" sldId="314"/>
            <ac:spMk id="11" creationId="{18A8062C-E311-D45D-BA00-097BF5EA5571}"/>
          </ac:spMkLst>
        </pc:spChg>
        <pc:spChg chg="mod">
          <ac:chgData name="Yamama Al Mghawish" userId="2bdffd8e-3ced-4725-bb7c-eafec86fca7e" providerId="ADAL" clId="{6FD7D268-5E83-9341-A624-AE31F0E08827}" dt="2025-07-03T11:17:23.626" v="559" actId="14100"/>
          <ac:spMkLst>
            <pc:docMk/>
            <pc:sldMk cId="3954437530" sldId="314"/>
            <ac:spMk id="14" creationId="{71AE0445-F72E-46C8-9173-AA7E8C30277F}"/>
          </ac:spMkLst>
        </pc:spChg>
        <pc:picChg chg="add mod">
          <ac:chgData name="Yamama Al Mghawish" userId="2bdffd8e-3ced-4725-bb7c-eafec86fca7e" providerId="ADAL" clId="{6FD7D268-5E83-9341-A624-AE31F0E08827}" dt="2025-07-03T15:00:37.522" v="1053"/>
          <ac:picMkLst>
            <pc:docMk/>
            <pc:sldMk cId="3954437530" sldId="314"/>
            <ac:picMk id="5" creationId="{C6B6F955-4CA8-A12F-5F5E-E9E3D7F6482A}"/>
          </ac:picMkLst>
        </pc:picChg>
      </pc:sldChg>
      <pc:sldChg chg="addSp delSp modSp add mod modNotesTx">
        <pc:chgData name="Yamama Al Mghawish" userId="2bdffd8e-3ced-4725-bb7c-eafec86fca7e" providerId="ADAL" clId="{6FD7D268-5E83-9341-A624-AE31F0E08827}" dt="2025-07-05T18:06:15.694" v="1314" actId="20577"/>
        <pc:sldMkLst>
          <pc:docMk/>
          <pc:sldMk cId="3721354997" sldId="315"/>
        </pc:sldMkLst>
        <pc:spChg chg="add mod">
          <ac:chgData name="Yamama Al Mghawish" userId="2bdffd8e-3ced-4725-bb7c-eafec86fca7e" providerId="ADAL" clId="{6FD7D268-5E83-9341-A624-AE31F0E08827}" dt="2025-07-03T15:02:59.364" v="1077" actId="14100"/>
          <ac:spMkLst>
            <pc:docMk/>
            <pc:sldMk cId="3721354997" sldId="315"/>
            <ac:spMk id="6" creationId="{83B4DDCD-E24F-DD1F-4DC2-E3E8E6B75024}"/>
          </ac:spMkLst>
        </pc:spChg>
        <pc:spChg chg="add del mod">
          <ac:chgData name="Yamama Al Mghawish" userId="2bdffd8e-3ced-4725-bb7c-eafec86fca7e" providerId="ADAL" clId="{6FD7D268-5E83-9341-A624-AE31F0E08827}" dt="2025-07-05T17:54:50.069" v="1265"/>
          <ac:spMkLst>
            <pc:docMk/>
            <pc:sldMk cId="3721354997" sldId="315"/>
            <ac:spMk id="8" creationId="{1D0C0A14-231D-EC89-1264-B9798CE9E7A7}"/>
          </ac:spMkLst>
        </pc:spChg>
        <pc:spChg chg="add mod">
          <ac:chgData name="Yamama Al Mghawish" userId="2bdffd8e-3ced-4725-bb7c-eafec86fca7e" providerId="ADAL" clId="{6FD7D268-5E83-9341-A624-AE31F0E08827}" dt="2025-07-03T15:03:29.970" v="1084" actId="14100"/>
          <ac:spMkLst>
            <pc:docMk/>
            <pc:sldMk cId="3721354997" sldId="315"/>
            <ac:spMk id="9" creationId="{5E570FAE-B310-EC90-46E3-669013F4FBC1}"/>
          </ac:spMkLst>
        </pc:spChg>
        <pc:spChg chg="mod">
          <ac:chgData name="Yamama Al Mghawish" userId="2bdffd8e-3ced-4725-bb7c-eafec86fca7e" providerId="ADAL" clId="{6FD7D268-5E83-9341-A624-AE31F0E08827}" dt="2025-07-05T18:06:15.694" v="1314" actId="20577"/>
          <ac:spMkLst>
            <pc:docMk/>
            <pc:sldMk cId="3721354997" sldId="315"/>
            <ac:spMk id="11" creationId="{B4668937-CFB7-4456-821D-FA53AC01E502}"/>
          </ac:spMkLst>
        </pc:spChg>
        <pc:spChg chg="mod">
          <ac:chgData name="Yamama Al Mghawish" userId="2bdffd8e-3ced-4725-bb7c-eafec86fca7e" providerId="ADAL" clId="{6FD7D268-5E83-9341-A624-AE31F0E08827}" dt="2025-07-03T14:58:07.607" v="1014" actId="21"/>
          <ac:spMkLst>
            <pc:docMk/>
            <pc:sldMk cId="3721354997" sldId="315"/>
            <ac:spMk id="14" creationId="{E5EB3515-D098-2895-C2E9-0E98E6C11EF5}"/>
          </ac:spMkLst>
        </pc:spChg>
        <pc:picChg chg="add mod">
          <ac:chgData name="Yamama Al Mghawish" userId="2bdffd8e-3ced-4725-bb7c-eafec86fca7e" providerId="ADAL" clId="{6FD7D268-5E83-9341-A624-AE31F0E08827}" dt="2025-07-03T15:00:00.614" v="1045" actId="1076"/>
          <ac:picMkLst>
            <pc:docMk/>
            <pc:sldMk cId="3721354997" sldId="315"/>
            <ac:picMk id="5" creationId="{EC8A57F2-004D-250C-83F1-56B8E95BD725}"/>
          </ac:picMkLst>
        </pc:picChg>
      </pc:sldChg>
      <pc:sldChg chg="addSp delSp modSp add mod">
        <pc:chgData name="Yamama Al Mghawish" userId="2bdffd8e-3ced-4725-bb7c-eafec86fca7e" providerId="ADAL" clId="{6FD7D268-5E83-9341-A624-AE31F0E08827}" dt="2025-07-05T18:06:24.167" v="1318" actId="20577"/>
        <pc:sldMkLst>
          <pc:docMk/>
          <pc:sldMk cId="2554350377" sldId="316"/>
        </pc:sldMkLst>
        <pc:spChg chg="add mod">
          <ac:chgData name="Yamama Al Mghawish" userId="2bdffd8e-3ced-4725-bb7c-eafec86fca7e" providerId="ADAL" clId="{6FD7D268-5E83-9341-A624-AE31F0E08827}" dt="2025-07-03T14:54:17.012" v="979" actId="1076"/>
          <ac:spMkLst>
            <pc:docMk/>
            <pc:sldMk cId="2554350377" sldId="316"/>
            <ac:spMk id="6" creationId="{3F92F643-C56A-BACA-FD06-54933F87D186}"/>
          </ac:spMkLst>
        </pc:spChg>
        <pc:spChg chg="add mod">
          <ac:chgData name="Yamama Al Mghawish" userId="2bdffd8e-3ced-4725-bb7c-eafec86fca7e" providerId="ADAL" clId="{6FD7D268-5E83-9341-A624-AE31F0E08827}" dt="2025-07-05T18:06:24.167" v="1318" actId="20577"/>
          <ac:spMkLst>
            <pc:docMk/>
            <pc:sldMk cId="2554350377" sldId="316"/>
            <ac:spMk id="8" creationId="{BD2B5FC2-7981-1180-EB77-AA84080045C9}"/>
          </ac:spMkLst>
        </pc:spChg>
        <pc:spChg chg="add del mod">
          <ac:chgData name="Yamama Al Mghawish" userId="2bdffd8e-3ced-4725-bb7c-eafec86fca7e" providerId="ADAL" clId="{6FD7D268-5E83-9341-A624-AE31F0E08827}" dt="2025-07-05T17:54:50.069" v="1265"/>
          <ac:spMkLst>
            <pc:docMk/>
            <pc:sldMk cId="2554350377" sldId="316"/>
            <ac:spMk id="9" creationId="{9A76EF6A-E820-5CEB-4D6C-4049354D3628}"/>
          </ac:spMkLst>
        </pc:spChg>
        <pc:spChg chg="del">
          <ac:chgData name="Yamama Al Mghawish" userId="2bdffd8e-3ced-4725-bb7c-eafec86fca7e" providerId="ADAL" clId="{6FD7D268-5E83-9341-A624-AE31F0E08827}" dt="2025-07-05T17:52:26.274" v="1225" actId="478"/>
          <ac:spMkLst>
            <pc:docMk/>
            <pc:sldMk cId="2554350377" sldId="316"/>
            <ac:spMk id="10" creationId="{90EEE6C3-3E85-2FAF-1CD4-305194D5B551}"/>
          </ac:spMkLst>
        </pc:spChg>
        <pc:spChg chg="add mod">
          <ac:chgData name="Yamama Al Mghawish" userId="2bdffd8e-3ced-4725-bb7c-eafec86fca7e" providerId="ADAL" clId="{6FD7D268-5E83-9341-A624-AE31F0E08827}" dt="2025-07-03T14:54:21.231" v="980" actId="1076"/>
          <ac:spMkLst>
            <pc:docMk/>
            <pc:sldMk cId="2554350377" sldId="316"/>
            <ac:spMk id="11" creationId="{82CF251B-E5D8-4129-C0B8-3362036A58D8}"/>
          </ac:spMkLst>
        </pc:spChg>
        <pc:spChg chg="mod">
          <ac:chgData name="Yamama Al Mghawish" userId="2bdffd8e-3ced-4725-bb7c-eafec86fca7e" providerId="ADAL" clId="{6FD7D268-5E83-9341-A624-AE31F0E08827}" dt="2025-07-03T11:18:21.976" v="587" actId="20577"/>
          <ac:spMkLst>
            <pc:docMk/>
            <pc:sldMk cId="2554350377" sldId="316"/>
            <ac:spMk id="14" creationId="{AEA4F85B-5D3B-3426-2511-45C666616542}"/>
          </ac:spMkLst>
        </pc:spChg>
        <pc:picChg chg="add mod">
          <ac:chgData name="Yamama Al Mghawish" userId="2bdffd8e-3ced-4725-bb7c-eafec86fca7e" providerId="ADAL" clId="{6FD7D268-5E83-9341-A624-AE31F0E08827}" dt="2025-07-03T14:53:59.013" v="976" actId="1076"/>
          <ac:picMkLst>
            <pc:docMk/>
            <pc:sldMk cId="2554350377" sldId="316"/>
            <ac:picMk id="4" creationId="{EDE82430-B9CE-A2FC-BE10-CD3E53C45006}"/>
          </ac:picMkLst>
        </pc:picChg>
      </pc:sldChg>
      <pc:sldChg chg="addSp delSp modSp add mod ord">
        <pc:chgData name="Yamama Al Mghawish" userId="2bdffd8e-3ced-4725-bb7c-eafec86fca7e" providerId="ADAL" clId="{6FD7D268-5E83-9341-A624-AE31F0E08827}" dt="2025-07-05T18:06:20.269" v="1316" actId="20577"/>
        <pc:sldMkLst>
          <pc:docMk/>
          <pc:sldMk cId="3418131001" sldId="317"/>
        </pc:sldMkLst>
        <pc:spChg chg="add mod">
          <ac:chgData name="Yamama Al Mghawish" userId="2bdffd8e-3ced-4725-bb7c-eafec86fca7e" providerId="ADAL" clId="{6FD7D268-5E83-9341-A624-AE31F0E08827}" dt="2025-07-03T14:55:58.481" v="1005" actId="1076"/>
          <ac:spMkLst>
            <pc:docMk/>
            <pc:sldMk cId="3418131001" sldId="317"/>
            <ac:spMk id="8" creationId="{53A43FDA-540B-4432-0962-196E80C283A7}"/>
          </ac:spMkLst>
        </pc:spChg>
        <pc:spChg chg="add del">
          <ac:chgData name="Yamama Al Mghawish" userId="2bdffd8e-3ced-4725-bb7c-eafec86fca7e" providerId="ADAL" clId="{6FD7D268-5E83-9341-A624-AE31F0E08827}" dt="2025-07-05T17:52:14.470" v="1221" actId="478"/>
          <ac:spMkLst>
            <pc:docMk/>
            <pc:sldMk cId="3418131001" sldId="317"/>
            <ac:spMk id="9" creationId="{AD434C18-6A62-CF1E-40FD-550C6A251EF1}"/>
          </ac:spMkLst>
        </pc:spChg>
        <pc:spChg chg="add mod">
          <ac:chgData name="Yamama Al Mghawish" userId="2bdffd8e-3ced-4725-bb7c-eafec86fca7e" providerId="ADAL" clId="{6FD7D268-5E83-9341-A624-AE31F0E08827}" dt="2025-07-03T15:17:36.702" v="1197" actId="14100"/>
          <ac:spMkLst>
            <pc:docMk/>
            <pc:sldMk cId="3418131001" sldId="317"/>
            <ac:spMk id="10" creationId="{57F5C772-5AAF-87B4-9C8D-88F12230FF5C}"/>
          </ac:spMkLst>
        </pc:spChg>
        <pc:spChg chg="add mod">
          <ac:chgData name="Yamama Al Mghawish" userId="2bdffd8e-3ced-4725-bb7c-eafec86fca7e" providerId="ADAL" clId="{6FD7D268-5E83-9341-A624-AE31F0E08827}" dt="2025-07-05T18:06:20.269" v="1316" actId="20577"/>
          <ac:spMkLst>
            <pc:docMk/>
            <pc:sldMk cId="3418131001" sldId="317"/>
            <ac:spMk id="13" creationId="{E451E65E-7A67-B2E4-97F4-C227D2E31625}"/>
          </ac:spMkLst>
        </pc:spChg>
        <pc:spChg chg="mod">
          <ac:chgData name="Yamama Al Mghawish" userId="2bdffd8e-3ced-4725-bb7c-eafec86fca7e" providerId="ADAL" clId="{6FD7D268-5E83-9341-A624-AE31F0E08827}" dt="2025-07-03T11:18:43.590" v="609" actId="20577"/>
          <ac:spMkLst>
            <pc:docMk/>
            <pc:sldMk cId="3418131001" sldId="317"/>
            <ac:spMk id="14" creationId="{324E3096-F54F-83C1-14F9-9F554F5A027E}"/>
          </ac:spMkLst>
        </pc:spChg>
        <pc:spChg chg="add del mod">
          <ac:chgData name="Yamama Al Mghawish" userId="2bdffd8e-3ced-4725-bb7c-eafec86fca7e" providerId="ADAL" clId="{6FD7D268-5E83-9341-A624-AE31F0E08827}" dt="2025-07-05T17:54:50.069" v="1265"/>
          <ac:spMkLst>
            <pc:docMk/>
            <pc:sldMk cId="3418131001" sldId="317"/>
            <ac:spMk id="15" creationId="{BCD1C8D4-0345-FA5C-66C1-D0F35627F751}"/>
          </ac:spMkLst>
        </pc:spChg>
        <pc:picChg chg="add mod">
          <ac:chgData name="Yamama Al Mghawish" userId="2bdffd8e-3ced-4725-bb7c-eafec86fca7e" providerId="ADAL" clId="{6FD7D268-5E83-9341-A624-AE31F0E08827}" dt="2025-07-03T14:53:50.580" v="973" actId="1076"/>
          <ac:picMkLst>
            <pc:docMk/>
            <pc:sldMk cId="3418131001" sldId="317"/>
            <ac:picMk id="5" creationId="{C553C24E-A456-DEA4-8CB1-C1DEE56306D6}"/>
          </ac:picMkLst>
        </pc:picChg>
      </pc:sldChg>
      <pc:sldChg chg="modSp add del mod">
        <pc:chgData name="Yamama Al Mghawish" userId="2bdffd8e-3ced-4725-bb7c-eafec86fca7e" providerId="ADAL" clId="{6FD7D268-5E83-9341-A624-AE31F0E08827}" dt="2025-07-03T12:15:44.837" v="849" actId="2696"/>
        <pc:sldMkLst>
          <pc:docMk/>
          <pc:sldMk cId="3613770187" sldId="318"/>
        </pc:sldMkLst>
      </pc:sldChg>
      <pc:sldChg chg="addSp delSp modSp new del mod">
        <pc:chgData name="Yamama Al Mghawish" userId="2bdffd8e-3ced-4725-bb7c-eafec86fca7e" providerId="ADAL" clId="{6FD7D268-5E83-9341-A624-AE31F0E08827}" dt="2025-07-03T11:20:35.348" v="621" actId="2696"/>
        <pc:sldMkLst>
          <pc:docMk/>
          <pc:sldMk cId="3262006298" sldId="319"/>
        </pc:sldMkLst>
      </pc:sldChg>
      <pc:sldChg chg="addSp delSp modSp add mod">
        <pc:chgData name="Yamama Al Mghawish" userId="2bdffd8e-3ced-4725-bb7c-eafec86fca7e" providerId="ADAL" clId="{6FD7D268-5E83-9341-A624-AE31F0E08827}" dt="2025-07-05T18:06:28.695" v="1324" actId="20577"/>
        <pc:sldMkLst>
          <pc:docMk/>
          <pc:sldMk cId="755763143" sldId="320"/>
        </pc:sldMkLst>
        <pc:spChg chg="add del mod">
          <ac:chgData name="Yamama Al Mghawish" userId="2bdffd8e-3ced-4725-bb7c-eafec86fca7e" providerId="ADAL" clId="{6FD7D268-5E83-9341-A624-AE31F0E08827}" dt="2025-07-05T17:52:48.277" v="1237" actId="478"/>
          <ac:spMkLst>
            <pc:docMk/>
            <pc:sldMk cId="755763143" sldId="320"/>
            <ac:spMk id="6" creationId="{5448346A-E291-58C9-74D9-32B8C7FB86C4}"/>
          </ac:spMkLst>
        </pc:spChg>
        <pc:spChg chg="add mod">
          <ac:chgData name="Yamama Al Mghawish" userId="2bdffd8e-3ced-4725-bb7c-eafec86fca7e" providerId="ADAL" clId="{6FD7D268-5E83-9341-A624-AE31F0E08827}" dt="2025-07-05T18:06:28.695" v="1324" actId="20577"/>
          <ac:spMkLst>
            <pc:docMk/>
            <pc:sldMk cId="755763143" sldId="320"/>
            <ac:spMk id="8" creationId="{5A949B95-2250-E986-61F4-EE4159535DB3}"/>
          </ac:spMkLst>
        </pc:spChg>
        <pc:spChg chg="add del mod">
          <ac:chgData name="Yamama Al Mghawish" userId="2bdffd8e-3ced-4725-bb7c-eafec86fca7e" providerId="ADAL" clId="{6FD7D268-5E83-9341-A624-AE31F0E08827}" dt="2025-07-05T17:52:53.219" v="1243" actId="20577"/>
          <ac:spMkLst>
            <pc:docMk/>
            <pc:sldMk cId="755763143" sldId="320"/>
            <ac:spMk id="9" creationId="{1C5F3D56-C761-E40C-CF5D-ACB6564C4DC9}"/>
          </ac:spMkLst>
        </pc:spChg>
        <pc:spChg chg="add del mod">
          <ac:chgData name="Yamama Al Mghawish" userId="2bdffd8e-3ced-4725-bb7c-eafec86fca7e" providerId="ADAL" clId="{6FD7D268-5E83-9341-A624-AE31F0E08827}" dt="2025-07-05T17:54:50.069" v="1265"/>
          <ac:spMkLst>
            <pc:docMk/>
            <pc:sldMk cId="755763143" sldId="320"/>
            <ac:spMk id="10" creationId="{D761C60F-58D8-06D0-0238-F321C44D9291}"/>
          </ac:spMkLst>
        </pc:spChg>
        <pc:spChg chg="mod">
          <ac:chgData name="Yamama Al Mghawish" userId="2bdffd8e-3ced-4725-bb7c-eafec86fca7e" providerId="ADAL" clId="{6FD7D268-5E83-9341-A624-AE31F0E08827}" dt="2025-07-03T11:20:53.565" v="650" actId="20577"/>
          <ac:spMkLst>
            <pc:docMk/>
            <pc:sldMk cId="755763143" sldId="320"/>
            <ac:spMk id="14" creationId="{28ED984F-7417-231D-0394-74DA58CF6BD3}"/>
          </ac:spMkLst>
        </pc:spChg>
        <pc:picChg chg="add mod">
          <ac:chgData name="Yamama Al Mghawish" userId="2bdffd8e-3ced-4725-bb7c-eafec86fca7e" providerId="ADAL" clId="{6FD7D268-5E83-9341-A624-AE31F0E08827}" dt="2025-07-03T12:15:25.088" v="845" actId="1076"/>
          <ac:picMkLst>
            <pc:docMk/>
            <pc:sldMk cId="755763143" sldId="320"/>
            <ac:picMk id="5" creationId="{931B381A-7069-B5A4-F382-C29803BCDE79}"/>
          </ac:picMkLst>
        </pc:picChg>
      </pc:sldChg>
      <pc:sldChg chg="addSp delSp modSp add mod">
        <pc:chgData name="Yamama Al Mghawish" userId="2bdffd8e-3ced-4725-bb7c-eafec86fca7e" providerId="ADAL" clId="{6FD7D268-5E83-9341-A624-AE31F0E08827}" dt="2025-07-05T18:06:32.400" v="1326" actId="20577"/>
        <pc:sldMkLst>
          <pc:docMk/>
          <pc:sldMk cId="646835220" sldId="321"/>
        </pc:sldMkLst>
        <pc:spChg chg="mod">
          <ac:chgData name="Yamama Al Mghawish" userId="2bdffd8e-3ced-4725-bb7c-eafec86fca7e" providerId="ADAL" clId="{6FD7D268-5E83-9341-A624-AE31F0E08827}" dt="2025-07-03T11:31:54.905" v="798" actId="20577"/>
          <ac:spMkLst>
            <pc:docMk/>
            <pc:sldMk cId="646835220" sldId="321"/>
            <ac:spMk id="14" creationId="{EB5A6500-B154-72D8-1978-13ECEF3E5F48}"/>
          </ac:spMkLst>
        </pc:spChg>
        <pc:spChg chg="add del mod">
          <ac:chgData name="Yamama Al Mghawish" userId="2bdffd8e-3ced-4725-bb7c-eafec86fca7e" providerId="ADAL" clId="{6FD7D268-5E83-9341-A624-AE31F0E08827}" dt="2025-07-05T17:54:50.069" v="1265"/>
          <ac:spMkLst>
            <pc:docMk/>
            <pc:sldMk cId="646835220" sldId="321"/>
            <ac:spMk id="15" creationId="{02B23476-AEFD-0AA0-9F4C-AA397EC2E880}"/>
          </ac:spMkLst>
        </pc:spChg>
        <pc:spChg chg="mod">
          <ac:chgData name="Yamama Al Mghawish" userId="2bdffd8e-3ced-4725-bb7c-eafec86fca7e" providerId="ADAL" clId="{6FD7D268-5E83-9341-A624-AE31F0E08827}" dt="2025-07-05T18:06:32.400" v="1326" actId="20577"/>
          <ac:spMkLst>
            <pc:docMk/>
            <pc:sldMk cId="646835220" sldId="321"/>
            <ac:spMk id="17" creationId="{10A692EA-07FA-56AA-4B55-F42C6E8865F6}"/>
          </ac:spMkLst>
        </pc:spChg>
      </pc:sldChg>
      <pc:sldChg chg="addSp delSp modSp add mod">
        <pc:chgData name="Yamama Al Mghawish" userId="2bdffd8e-3ced-4725-bb7c-eafec86fca7e" providerId="ADAL" clId="{6FD7D268-5E83-9341-A624-AE31F0E08827}" dt="2025-07-05T18:06:40.515" v="1330" actId="20577"/>
        <pc:sldMkLst>
          <pc:docMk/>
          <pc:sldMk cId="2582802186" sldId="322"/>
        </pc:sldMkLst>
        <pc:spChg chg="add del mod">
          <ac:chgData name="Yamama Al Mghawish" userId="2bdffd8e-3ced-4725-bb7c-eafec86fca7e" providerId="ADAL" clId="{6FD7D268-5E83-9341-A624-AE31F0E08827}" dt="2025-07-05T17:54:50.069" v="1265"/>
          <ac:spMkLst>
            <pc:docMk/>
            <pc:sldMk cId="2582802186" sldId="322"/>
            <ac:spMk id="10" creationId="{C41B49E0-BA61-4CF8-1533-53361782B4E9}"/>
          </ac:spMkLst>
        </pc:spChg>
        <pc:spChg chg="mod">
          <ac:chgData name="Yamama Al Mghawish" userId="2bdffd8e-3ced-4725-bb7c-eafec86fca7e" providerId="ADAL" clId="{6FD7D268-5E83-9341-A624-AE31F0E08827}" dt="2025-07-05T18:06:40.515" v="1330" actId="20577"/>
          <ac:spMkLst>
            <pc:docMk/>
            <pc:sldMk cId="2582802186" sldId="322"/>
            <ac:spMk id="13" creationId="{AB9E0554-0B5B-3DA6-964F-250D78A083B4}"/>
          </ac:spMkLst>
        </pc:spChg>
        <pc:spChg chg="mod">
          <ac:chgData name="Yamama Al Mghawish" userId="2bdffd8e-3ced-4725-bb7c-eafec86fca7e" providerId="ADAL" clId="{6FD7D268-5E83-9341-A624-AE31F0E08827}" dt="2025-07-03T11:31:36.684" v="769" actId="20577"/>
          <ac:spMkLst>
            <pc:docMk/>
            <pc:sldMk cId="2582802186" sldId="322"/>
            <ac:spMk id="14" creationId="{F6F6B9ED-6C66-1970-A29A-46306A75939D}"/>
          </ac:spMkLst>
        </pc:spChg>
      </pc:sldChg>
      <pc:sldChg chg="modSp add mod ord">
        <pc:chgData name="Yamama Al Mghawish" userId="2bdffd8e-3ced-4725-bb7c-eafec86fca7e" providerId="ADAL" clId="{6FD7D268-5E83-9341-A624-AE31F0E08827}" dt="2025-07-03T11:31:59.102" v="802" actId="20577"/>
        <pc:sldMkLst>
          <pc:docMk/>
          <pc:sldMk cId="4127140596" sldId="323"/>
        </pc:sldMkLst>
      </pc:sldChg>
      <pc:sldChg chg="modSp add mod">
        <pc:chgData name="Yamama Al Mghawish" userId="2bdffd8e-3ced-4725-bb7c-eafec86fca7e" providerId="ADAL" clId="{6FD7D268-5E83-9341-A624-AE31F0E08827}" dt="2025-07-03T11:31:51.278" v="796" actId="20577"/>
        <pc:sldMkLst>
          <pc:docMk/>
          <pc:sldMk cId="1223822331" sldId="324"/>
        </pc:sldMkLst>
      </pc:sldChg>
      <pc:sldChg chg="addSp delSp modSp mod">
        <pc:chgData name="Yamama Al Mghawish" userId="2bdffd8e-3ced-4725-bb7c-eafec86fca7e" providerId="ADAL" clId="{6FD7D268-5E83-9341-A624-AE31F0E08827}" dt="2025-07-05T18:06:36.137" v="1328" actId="20577"/>
        <pc:sldMkLst>
          <pc:docMk/>
          <pc:sldMk cId="1566443219" sldId="325"/>
        </pc:sldMkLst>
        <pc:spChg chg="add del mod">
          <ac:chgData name="Yamama Al Mghawish" userId="2bdffd8e-3ced-4725-bb7c-eafec86fca7e" providerId="ADAL" clId="{6FD7D268-5E83-9341-A624-AE31F0E08827}" dt="2025-07-05T17:54:50.069" v="1265"/>
          <ac:spMkLst>
            <pc:docMk/>
            <pc:sldMk cId="1566443219" sldId="325"/>
            <ac:spMk id="13" creationId="{904216C6-D3F0-0116-8329-883B9BB05005}"/>
          </ac:spMkLst>
        </pc:spChg>
        <pc:spChg chg="mod">
          <ac:chgData name="Yamama Al Mghawish" userId="2bdffd8e-3ced-4725-bb7c-eafec86fca7e" providerId="ADAL" clId="{6FD7D268-5E83-9341-A624-AE31F0E08827}" dt="2025-07-05T18:06:36.137" v="1328" actId="20577"/>
          <ac:spMkLst>
            <pc:docMk/>
            <pc:sldMk cId="1566443219" sldId="325"/>
            <ac:spMk id="16" creationId="{50083CF4-E496-E5EE-F331-3CDC35AF2E1D}"/>
          </ac:spMkLst>
        </pc:spChg>
      </pc:sldChg>
      <pc:sldChg chg="add del">
        <pc:chgData name="Yamama Al Mghawish" userId="2bdffd8e-3ced-4725-bb7c-eafec86fca7e" providerId="ADAL" clId="{6FD7D268-5E83-9341-A624-AE31F0E08827}" dt="2025-07-03T11:49:37.475" v="804" actId="2696"/>
        <pc:sldMkLst>
          <pc:docMk/>
          <pc:sldMk cId="3506855106" sldId="325"/>
        </pc:sldMkLst>
      </pc:sldChg>
      <pc:sldChg chg="addSp delSp modSp mod">
        <pc:chgData name="Yamama Al Mghawish" userId="2bdffd8e-3ced-4725-bb7c-eafec86fca7e" providerId="ADAL" clId="{6FD7D268-5E83-9341-A624-AE31F0E08827}" dt="2025-07-05T18:05:31.109" v="1294" actId="20577"/>
        <pc:sldMkLst>
          <pc:docMk/>
          <pc:sldMk cId="1354639646" sldId="326"/>
        </pc:sldMkLst>
        <pc:spChg chg="add del mod">
          <ac:chgData name="Yamama Al Mghawish" userId="2bdffd8e-3ced-4725-bb7c-eafec86fca7e" providerId="ADAL" clId="{6FD7D268-5E83-9341-A624-AE31F0E08827}" dt="2025-07-05T17:54:50.069" v="1265"/>
          <ac:spMkLst>
            <pc:docMk/>
            <pc:sldMk cId="1354639646" sldId="326"/>
            <ac:spMk id="11" creationId="{DE8782B5-0D4A-D7D8-E9B0-ADACA089752C}"/>
          </ac:spMkLst>
        </pc:spChg>
        <pc:spChg chg="mod">
          <ac:chgData name="Yamama Al Mghawish" userId="2bdffd8e-3ced-4725-bb7c-eafec86fca7e" providerId="ADAL" clId="{6FD7D268-5E83-9341-A624-AE31F0E08827}" dt="2025-07-05T18:05:31.109" v="1294" actId="20577"/>
          <ac:spMkLst>
            <pc:docMk/>
            <pc:sldMk cId="1354639646" sldId="326"/>
            <ac:spMk id="15" creationId="{4EDABBCA-3C96-C675-84B7-20E9E4C6E767}"/>
          </ac:spMkLst>
        </pc:spChg>
      </pc:sldChg>
    </pc:docChg>
  </pc:docChgLst>
  <pc:docChgLst>
    <pc:chgData name="Ali Sayar" userId="S::ali.sayar@tum.de::357b44ae-6567-445f-bf6b-cb3db3541f6e" providerId="AD" clId="Web-{825B6D19-ED9B-E4EC-D6D3-AA0984FE8345}"/>
    <pc:docChg chg="modSld">
      <pc:chgData name="Ali Sayar" userId="S::ali.sayar@tum.de::357b44ae-6567-445f-bf6b-cb3db3541f6e" providerId="AD" clId="Web-{825B6D19-ED9B-E4EC-D6D3-AA0984FE8345}" dt="2025-07-02T19:04:50.954" v="6"/>
      <pc:docMkLst>
        <pc:docMk/>
      </pc:docMkLst>
      <pc:sldChg chg="addSp delSp modSp">
        <pc:chgData name="Ali Sayar" userId="S::ali.sayar@tum.de::357b44ae-6567-445f-bf6b-cb3db3541f6e" providerId="AD" clId="Web-{825B6D19-ED9B-E4EC-D6D3-AA0984FE8345}" dt="2025-07-02T19:04:50.954" v="6"/>
        <pc:sldMkLst>
          <pc:docMk/>
          <pc:sldMk cId="0" sldId="258"/>
        </pc:sldMkLst>
      </pc:sldChg>
    </pc:docChg>
  </pc:docChgLst>
  <pc:docChgLst>
    <pc:chgData name="Ali Sayar" userId="S::ali.sayar@tum.de::357b44ae-6567-445f-bf6b-cb3db3541f6e" providerId="AD" clId="Web-{C0729C74-6CA2-09BB-67F4-F120F00FA1FD}"/>
    <pc:docChg chg="modSld">
      <pc:chgData name="Ali Sayar" userId="S::ali.sayar@tum.de::357b44ae-6567-445f-bf6b-cb3db3541f6e" providerId="AD" clId="Web-{C0729C74-6CA2-09BB-67F4-F120F00FA1FD}" dt="2025-07-02T23:16:10.546" v="2"/>
      <pc:docMkLst>
        <pc:docMk/>
      </pc:docMkLst>
      <pc:sldChg chg="modSp">
        <pc:chgData name="Ali Sayar" userId="S::ali.sayar@tum.de::357b44ae-6567-445f-bf6b-cb3db3541f6e" providerId="AD" clId="Web-{C0729C74-6CA2-09BB-67F4-F120F00FA1FD}" dt="2025-07-02T23:16:10.546" v="2"/>
        <pc:sldMkLst>
          <pc:docMk/>
          <pc:sldMk cId="527987813" sldId="296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559285-2197-4DE7-80CB-39A9E714B503}" type="doc">
      <dgm:prSet loTypeId="urn:microsoft.com/office/officeart/2005/8/layout/vList3" loCatId="list" qsTypeId="urn:microsoft.com/office/officeart/2005/8/quickstyle/simple3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C91481AF-8752-4E74-882F-BED6D3F0FB4F}">
      <dgm:prSet/>
      <dgm:spPr/>
      <dgm:t>
        <a:bodyPr/>
        <a:lstStyle/>
        <a:p>
          <a:r>
            <a:rPr lang="en-US"/>
            <a:t>39 studies (2003–2022 data collection; 2008–2024 publication years)</a:t>
          </a:r>
        </a:p>
      </dgm:t>
    </dgm:pt>
    <dgm:pt modelId="{A5468C59-39AF-4F32-B569-DD84E01B0EC9}" type="parTrans" cxnId="{2DCD913D-7A37-49FC-9BF0-CC3DC1CB6353}">
      <dgm:prSet/>
      <dgm:spPr/>
      <dgm:t>
        <a:bodyPr/>
        <a:lstStyle/>
        <a:p>
          <a:endParaRPr lang="en-US"/>
        </a:p>
      </dgm:t>
    </dgm:pt>
    <dgm:pt modelId="{C4F30A0D-486D-4A45-B456-A5BE584CD56E}" type="sibTrans" cxnId="{2DCD913D-7A37-49FC-9BF0-CC3DC1CB6353}">
      <dgm:prSet/>
      <dgm:spPr/>
      <dgm:t>
        <a:bodyPr/>
        <a:lstStyle/>
        <a:p>
          <a:endParaRPr lang="en-US"/>
        </a:p>
      </dgm:t>
    </dgm:pt>
    <dgm:pt modelId="{31A901A4-B50D-49C7-B774-6C05BDC70C59}">
      <dgm:prSet/>
      <dgm:spPr/>
      <dgm:t>
        <a:bodyPr/>
        <a:lstStyle/>
        <a:p>
          <a:r>
            <a:rPr lang="en-US"/>
            <a:t>Mean sample size: 257 (range: 70–588)</a:t>
          </a:r>
        </a:p>
      </dgm:t>
    </dgm:pt>
    <dgm:pt modelId="{3F36112D-3F2C-4EAC-BBA7-59A1F5A31C04}" type="parTrans" cxnId="{E483C0DD-2464-4A53-AFC8-5F04935C3E7A}">
      <dgm:prSet/>
      <dgm:spPr/>
      <dgm:t>
        <a:bodyPr/>
        <a:lstStyle/>
        <a:p>
          <a:endParaRPr lang="en-US"/>
        </a:p>
      </dgm:t>
    </dgm:pt>
    <dgm:pt modelId="{CF079437-D93E-4BFB-85FE-AB6B2C17B81A}" type="sibTrans" cxnId="{E483C0DD-2464-4A53-AFC8-5F04935C3E7A}">
      <dgm:prSet/>
      <dgm:spPr/>
      <dgm:t>
        <a:bodyPr/>
        <a:lstStyle/>
        <a:p>
          <a:endParaRPr lang="en-US"/>
        </a:p>
      </dgm:t>
    </dgm:pt>
    <dgm:pt modelId="{AA331FE9-12A4-410B-AFAE-364643A753E6}">
      <dgm:prSet/>
      <dgm:spPr/>
      <dgm:t>
        <a:bodyPr/>
        <a:lstStyle/>
        <a:p>
          <a:r>
            <a:rPr lang="en-US"/>
            <a:t>Response rates: 7.5% to 88.8% (mean: 37.0%)</a:t>
          </a:r>
        </a:p>
      </dgm:t>
    </dgm:pt>
    <dgm:pt modelId="{363D5FD4-D0D8-4790-9576-F39A7CD19E09}" type="parTrans" cxnId="{6BAB587D-E883-493C-8AD1-79F921A257E3}">
      <dgm:prSet/>
      <dgm:spPr/>
      <dgm:t>
        <a:bodyPr/>
        <a:lstStyle/>
        <a:p>
          <a:endParaRPr lang="en-US"/>
        </a:p>
      </dgm:t>
    </dgm:pt>
    <dgm:pt modelId="{983A5048-8574-48DF-A330-E710F187A306}" type="sibTrans" cxnId="{6BAB587D-E883-493C-8AD1-79F921A257E3}">
      <dgm:prSet/>
      <dgm:spPr/>
      <dgm:t>
        <a:bodyPr/>
        <a:lstStyle/>
        <a:p>
          <a:endParaRPr lang="en-US"/>
        </a:p>
      </dgm:t>
    </dgm:pt>
    <dgm:pt modelId="{B267DD9B-45B2-4D4F-8668-6F5BCF3E1F4E}">
      <dgm:prSet/>
      <dgm:spPr/>
      <dgm:t>
        <a:bodyPr/>
        <a:lstStyle/>
        <a:p>
          <a:r>
            <a:rPr lang="en-US"/>
            <a:t>Studies span 22 countries and 5 continents</a:t>
          </a:r>
        </a:p>
      </dgm:t>
    </dgm:pt>
    <dgm:pt modelId="{61B6EC00-9779-45B5-BFEA-B57E5E1E277F}" type="parTrans" cxnId="{6015EF5F-ECC6-4C95-B49D-639ECFA43FC7}">
      <dgm:prSet/>
      <dgm:spPr/>
      <dgm:t>
        <a:bodyPr/>
        <a:lstStyle/>
        <a:p>
          <a:endParaRPr lang="en-US"/>
        </a:p>
      </dgm:t>
    </dgm:pt>
    <dgm:pt modelId="{F67DCF84-79BA-49E8-9B2F-A46D0122C6F4}" type="sibTrans" cxnId="{6015EF5F-ECC6-4C95-B49D-639ECFA43FC7}">
      <dgm:prSet/>
      <dgm:spPr/>
      <dgm:t>
        <a:bodyPr/>
        <a:lstStyle/>
        <a:p>
          <a:endParaRPr lang="en-US"/>
        </a:p>
      </dgm:t>
    </dgm:pt>
    <dgm:pt modelId="{C26D87C6-718E-4254-8EE8-27B98E699121}">
      <dgm:prSet/>
      <dgm:spPr/>
      <dgm:t>
        <a:bodyPr/>
        <a:lstStyle/>
        <a:p>
          <a:r>
            <a:rPr lang="en-US"/>
            <a:t>Most frequent journals: </a:t>
          </a:r>
          <a:r>
            <a:rPr lang="en-US" i="1"/>
            <a:t>Journal of Small Business Management</a:t>
          </a:r>
          <a:r>
            <a:rPr lang="en-US"/>
            <a:t>, </a:t>
          </a:r>
          <a:r>
            <a:rPr lang="en-US" i="1"/>
            <a:t>Management Decision</a:t>
          </a:r>
          <a:r>
            <a:rPr lang="en-US"/>
            <a:t>, Journal of Knowledge Management….</a:t>
          </a:r>
        </a:p>
      </dgm:t>
    </dgm:pt>
    <dgm:pt modelId="{8CA9F7AA-EA0C-4961-BAED-4EE7265E883D}" type="parTrans" cxnId="{164822F9-E310-4ED9-A07E-27622B45E1BD}">
      <dgm:prSet/>
      <dgm:spPr/>
      <dgm:t>
        <a:bodyPr/>
        <a:lstStyle/>
        <a:p>
          <a:endParaRPr lang="en-US"/>
        </a:p>
      </dgm:t>
    </dgm:pt>
    <dgm:pt modelId="{FC32F8CC-CFDA-4AB9-81AD-F7FB16AFA5D3}" type="sibTrans" cxnId="{164822F9-E310-4ED9-A07E-27622B45E1BD}">
      <dgm:prSet/>
      <dgm:spPr/>
      <dgm:t>
        <a:bodyPr/>
        <a:lstStyle/>
        <a:p>
          <a:endParaRPr lang="en-US"/>
        </a:p>
      </dgm:t>
    </dgm:pt>
    <dgm:pt modelId="{666D9B0A-7CE1-4A49-97E7-6F698C5FC7B3}">
      <dgm:prSet/>
      <dgm:spPr/>
      <dgm:t>
        <a:bodyPr/>
        <a:lstStyle/>
        <a:p>
          <a:r>
            <a:rPr lang="en-US"/>
            <a:t>Predominantly focused on SMEs (k = 34)</a:t>
          </a:r>
        </a:p>
      </dgm:t>
    </dgm:pt>
    <dgm:pt modelId="{8CBE5C94-FF60-4348-B23B-75871483197D}" type="parTrans" cxnId="{286B1FA8-654B-4E38-94EE-C86767787B6B}">
      <dgm:prSet/>
      <dgm:spPr/>
      <dgm:t>
        <a:bodyPr/>
        <a:lstStyle/>
        <a:p>
          <a:endParaRPr lang="en-US"/>
        </a:p>
      </dgm:t>
    </dgm:pt>
    <dgm:pt modelId="{E9531288-D69B-49EF-9D7A-A45D618D30C3}" type="sibTrans" cxnId="{286B1FA8-654B-4E38-94EE-C86767787B6B}">
      <dgm:prSet/>
      <dgm:spPr/>
      <dgm:t>
        <a:bodyPr/>
        <a:lstStyle/>
        <a:p>
          <a:endParaRPr lang="en-US"/>
        </a:p>
      </dgm:t>
    </dgm:pt>
    <dgm:pt modelId="{077C4F38-A350-5D4E-BF87-E2C1A9A12E18}" type="pres">
      <dgm:prSet presAssocID="{BC559285-2197-4DE7-80CB-39A9E714B503}" presName="linearFlow" presStyleCnt="0">
        <dgm:presLayoutVars>
          <dgm:dir/>
          <dgm:resizeHandles val="exact"/>
        </dgm:presLayoutVars>
      </dgm:prSet>
      <dgm:spPr/>
    </dgm:pt>
    <dgm:pt modelId="{9FC25F97-A981-224E-BF81-BFEEA220D3ED}" type="pres">
      <dgm:prSet presAssocID="{C91481AF-8752-4E74-882F-BED6D3F0FB4F}" presName="composite" presStyleCnt="0"/>
      <dgm:spPr/>
    </dgm:pt>
    <dgm:pt modelId="{BA8B7253-B1F9-A54E-B65E-7B947D344CFF}" type="pres">
      <dgm:prSet presAssocID="{C91481AF-8752-4E74-882F-BED6D3F0FB4F}" presName="imgShp" presStyleLbl="fgImgPlace1" presStyleIdx="0" presStyleCnt="6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F7AD518-D118-2648-A945-8C9F2925FCE2}" type="pres">
      <dgm:prSet presAssocID="{C91481AF-8752-4E74-882F-BED6D3F0FB4F}" presName="txShp" presStyleLbl="node1" presStyleIdx="0" presStyleCnt="6">
        <dgm:presLayoutVars>
          <dgm:bulletEnabled val="1"/>
        </dgm:presLayoutVars>
      </dgm:prSet>
      <dgm:spPr/>
    </dgm:pt>
    <dgm:pt modelId="{4901FD50-C384-8949-AB55-C66E76D73BD0}" type="pres">
      <dgm:prSet presAssocID="{C4F30A0D-486D-4A45-B456-A5BE584CD56E}" presName="spacing" presStyleCnt="0"/>
      <dgm:spPr/>
    </dgm:pt>
    <dgm:pt modelId="{6B6B0E66-500F-CC48-AD95-53D2EA1AD967}" type="pres">
      <dgm:prSet presAssocID="{31A901A4-B50D-49C7-B774-6C05BDC70C59}" presName="composite" presStyleCnt="0"/>
      <dgm:spPr/>
    </dgm:pt>
    <dgm:pt modelId="{FBB62A70-53A8-AB45-A208-81AA171A868D}" type="pres">
      <dgm:prSet presAssocID="{31A901A4-B50D-49C7-B774-6C05BDC70C59}" presName="imgShp" presStyleLbl="fgImgPlace1" presStyleIdx="1" presStyleCnt="6"/>
      <dgm:spPr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</dgm:pt>
    <dgm:pt modelId="{ABCB1428-36BB-AC41-91C5-0EC0BA4E26BB}" type="pres">
      <dgm:prSet presAssocID="{31A901A4-B50D-49C7-B774-6C05BDC70C59}" presName="txShp" presStyleLbl="node1" presStyleIdx="1" presStyleCnt="6">
        <dgm:presLayoutVars>
          <dgm:bulletEnabled val="1"/>
        </dgm:presLayoutVars>
      </dgm:prSet>
      <dgm:spPr/>
    </dgm:pt>
    <dgm:pt modelId="{826C5B59-A151-254A-A04B-4574AA4F526F}" type="pres">
      <dgm:prSet presAssocID="{CF079437-D93E-4BFB-85FE-AB6B2C17B81A}" presName="spacing" presStyleCnt="0"/>
      <dgm:spPr/>
    </dgm:pt>
    <dgm:pt modelId="{F9870421-36EE-9D48-AB1C-9F6EC22FEAB8}" type="pres">
      <dgm:prSet presAssocID="{AA331FE9-12A4-410B-AFAE-364643A753E6}" presName="composite" presStyleCnt="0"/>
      <dgm:spPr/>
    </dgm:pt>
    <dgm:pt modelId="{28C83425-C567-E540-BDFA-DD6394DDF110}" type="pres">
      <dgm:prSet presAssocID="{AA331FE9-12A4-410B-AFAE-364643A753E6}" presName="imgShp" presStyleLbl="fgImgPlace1" presStyleIdx="2" presStyleCnt="6"/>
      <dgm:spPr>
        <a:blipFill rotWithShape="1"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</dgm:pt>
    <dgm:pt modelId="{693DE42B-A5EB-E741-AF0F-7BF9B0F257DA}" type="pres">
      <dgm:prSet presAssocID="{AA331FE9-12A4-410B-AFAE-364643A753E6}" presName="txShp" presStyleLbl="node1" presStyleIdx="2" presStyleCnt="6">
        <dgm:presLayoutVars>
          <dgm:bulletEnabled val="1"/>
        </dgm:presLayoutVars>
      </dgm:prSet>
      <dgm:spPr/>
    </dgm:pt>
    <dgm:pt modelId="{D1F2A8AB-64F9-654F-BA48-70D924B2A7EA}" type="pres">
      <dgm:prSet presAssocID="{983A5048-8574-48DF-A330-E710F187A306}" presName="spacing" presStyleCnt="0"/>
      <dgm:spPr/>
    </dgm:pt>
    <dgm:pt modelId="{CF5AF803-0A1D-0144-A9C9-19E2AB2E3331}" type="pres">
      <dgm:prSet presAssocID="{B267DD9B-45B2-4D4F-8668-6F5BCF3E1F4E}" presName="composite" presStyleCnt="0"/>
      <dgm:spPr/>
    </dgm:pt>
    <dgm:pt modelId="{8545BF28-0C76-FB4F-9597-23FCDE990FD2}" type="pres">
      <dgm:prSet presAssocID="{B267DD9B-45B2-4D4F-8668-6F5BCF3E1F4E}" presName="imgShp" presStyleLbl="fgImgPlace1" presStyleIdx="3" presStyleCnt="6"/>
      <dgm:spPr>
        <a:blipFill rotWithShape="1"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</dgm:pt>
    <dgm:pt modelId="{AEEC365F-2358-9541-9F73-732D1A570D16}" type="pres">
      <dgm:prSet presAssocID="{B267DD9B-45B2-4D4F-8668-6F5BCF3E1F4E}" presName="txShp" presStyleLbl="node1" presStyleIdx="3" presStyleCnt="6">
        <dgm:presLayoutVars>
          <dgm:bulletEnabled val="1"/>
        </dgm:presLayoutVars>
      </dgm:prSet>
      <dgm:spPr/>
    </dgm:pt>
    <dgm:pt modelId="{278B421E-6CAB-2A40-AC17-2080ECFFCB04}" type="pres">
      <dgm:prSet presAssocID="{F67DCF84-79BA-49E8-9B2F-A46D0122C6F4}" presName="spacing" presStyleCnt="0"/>
      <dgm:spPr/>
    </dgm:pt>
    <dgm:pt modelId="{4F005746-C766-2241-AB88-9C19C2763168}" type="pres">
      <dgm:prSet presAssocID="{C26D87C6-718E-4254-8EE8-27B98E699121}" presName="composite" presStyleCnt="0"/>
      <dgm:spPr/>
    </dgm:pt>
    <dgm:pt modelId="{397B44F8-20AA-EE4E-ADBD-A85C7205F336}" type="pres">
      <dgm:prSet presAssocID="{C26D87C6-718E-4254-8EE8-27B98E699121}" presName="imgShp" presStyleLbl="fgImgPlace1" presStyleIdx="4" presStyleCnt="6"/>
      <dgm:spPr>
        <a:blipFill rotWithShape="1"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</dgm:pt>
    <dgm:pt modelId="{40947BDD-678A-4D41-932D-2875629D677A}" type="pres">
      <dgm:prSet presAssocID="{C26D87C6-718E-4254-8EE8-27B98E699121}" presName="txShp" presStyleLbl="node1" presStyleIdx="4" presStyleCnt="6">
        <dgm:presLayoutVars>
          <dgm:bulletEnabled val="1"/>
        </dgm:presLayoutVars>
      </dgm:prSet>
      <dgm:spPr/>
    </dgm:pt>
    <dgm:pt modelId="{4E911BE2-67BB-EA45-834C-E8D6CC974849}" type="pres">
      <dgm:prSet presAssocID="{FC32F8CC-CFDA-4AB9-81AD-F7FB16AFA5D3}" presName="spacing" presStyleCnt="0"/>
      <dgm:spPr/>
    </dgm:pt>
    <dgm:pt modelId="{C179A8DA-0693-3245-A0ED-6ACC0D065C34}" type="pres">
      <dgm:prSet presAssocID="{666D9B0A-7CE1-4A49-97E7-6F698C5FC7B3}" presName="composite" presStyleCnt="0"/>
      <dgm:spPr/>
    </dgm:pt>
    <dgm:pt modelId="{D1A80840-908B-C640-B1CD-2A213C51161D}" type="pres">
      <dgm:prSet presAssocID="{666D9B0A-7CE1-4A49-97E7-6F698C5FC7B3}" presName="imgShp" presStyleLbl="fgImgPlace1" presStyleIdx="5" presStyleCnt="6"/>
      <dgm:spPr>
        <a:blipFill rotWithShape="1"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</dgm:spPr>
    </dgm:pt>
    <dgm:pt modelId="{69D35D45-6651-7A4D-B9A2-2A6F91CFA12E}" type="pres">
      <dgm:prSet presAssocID="{666D9B0A-7CE1-4A49-97E7-6F698C5FC7B3}" presName="txShp" presStyleLbl="node1" presStyleIdx="5" presStyleCnt="6">
        <dgm:presLayoutVars>
          <dgm:bulletEnabled val="1"/>
        </dgm:presLayoutVars>
      </dgm:prSet>
      <dgm:spPr/>
    </dgm:pt>
  </dgm:ptLst>
  <dgm:cxnLst>
    <dgm:cxn modelId="{54D70406-6AB5-534B-90F9-53886895386B}" type="presOf" srcId="{AA331FE9-12A4-410B-AFAE-364643A753E6}" destId="{693DE42B-A5EB-E741-AF0F-7BF9B0F257DA}" srcOrd="0" destOrd="0" presId="urn:microsoft.com/office/officeart/2005/8/layout/vList3"/>
    <dgm:cxn modelId="{F2D10F06-14E5-524D-9F77-67559E8C5111}" type="presOf" srcId="{C91481AF-8752-4E74-882F-BED6D3F0FB4F}" destId="{CF7AD518-D118-2648-A945-8C9F2925FCE2}" srcOrd="0" destOrd="0" presId="urn:microsoft.com/office/officeart/2005/8/layout/vList3"/>
    <dgm:cxn modelId="{2DCD913D-7A37-49FC-9BF0-CC3DC1CB6353}" srcId="{BC559285-2197-4DE7-80CB-39A9E714B503}" destId="{C91481AF-8752-4E74-882F-BED6D3F0FB4F}" srcOrd="0" destOrd="0" parTransId="{A5468C59-39AF-4F32-B569-DD84E01B0EC9}" sibTransId="{C4F30A0D-486D-4A45-B456-A5BE584CD56E}"/>
    <dgm:cxn modelId="{6015EF5F-ECC6-4C95-B49D-639ECFA43FC7}" srcId="{BC559285-2197-4DE7-80CB-39A9E714B503}" destId="{B267DD9B-45B2-4D4F-8668-6F5BCF3E1F4E}" srcOrd="3" destOrd="0" parTransId="{61B6EC00-9779-45B5-BFEA-B57E5E1E277F}" sibTransId="{F67DCF84-79BA-49E8-9B2F-A46D0122C6F4}"/>
    <dgm:cxn modelId="{6BAB587D-E883-493C-8AD1-79F921A257E3}" srcId="{BC559285-2197-4DE7-80CB-39A9E714B503}" destId="{AA331FE9-12A4-410B-AFAE-364643A753E6}" srcOrd="2" destOrd="0" parTransId="{363D5FD4-D0D8-4790-9576-F39A7CD19E09}" sibTransId="{983A5048-8574-48DF-A330-E710F187A306}"/>
    <dgm:cxn modelId="{A5950B97-53E6-D247-816B-A827BA7CAD7F}" type="presOf" srcId="{B267DD9B-45B2-4D4F-8668-6F5BCF3E1F4E}" destId="{AEEC365F-2358-9541-9F73-732D1A570D16}" srcOrd="0" destOrd="0" presId="urn:microsoft.com/office/officeart/2005/8/layout/vList3"/>
    <dgm:cxn modelId="{2F3539A3-3CAC-0449-B435-CB1B2BE53FC0}" type="presOf" srcId="{666D9B0A-7CE1-4A49-97E7-6F698C5FC7B3}" destId="{69D35D45-6651-7A4D-B9A2-2A6F91CFA12E}" srcOrd="0" destOrd="0" presId="urn:microsoft.com/office/officeart/2005/8/layout/vList3"/>
    <dgm:cxn modelId="{286B1FA8-654B-4E38-94EE-C86767787B6B}" srcId="{BC559285-2197-4DE7-80CB-39A9E714B503}" destId="{666D9B0A-7CE1-4A49-97E7-6F698C5FC7B3}" srcOrd="5" destOrd="0" parTransId="{8CBE5C94-FF60-4348-B23B-75871483197D}" sibTransId="{E9531288-D69B-49EF-9D7A-A45D618D30C3}"/>
    <dgm:cxn modelId="{921F3DB0-95F2-AC4D-A012-FBD40BFDFB05}" type="presOf" srcId="{BC559285-2197-4DE7-80CB-39A9E714B503}" destId="{077C4F38-A350-5D4E-BF87-E2C1A9A12E18}" srcOrd="0" destOrd="0" presId="urn:microsoft.com/office/officeart/2005/8/layout/vList3"/>
    <dgm:cxn modelId="{155F77BD-24F3-D841-9C85-2DD0968B25FD}" type="presOf" srcId="{C26D87C6-718E-4254-8EE8-27B98E699121}" destId="{40947BDD-678A-4D41-932D-2875629D677A}" srcOrd="0" destOrd="0" presId="urn:microsoft.com/office/officeart/2005/8/layout/vList3"/>
    <dgm:cxn modelId="{E483C0DD-2464-4A53-AFC8-5F04935C3E7A}" srcId="{BC559285-2197-4DE7-80CB-39A9E714B503}" destId="{31A901A4-B50D-49C7-B774-6C05BDC70C59}" srcOrd="1" destOrd="0" parTransId="{3F36112D-3F2C-4EAC-BBA7-59A1F5A31C04}" sibTransId="{CF079437-D93E-4BFB-85FE-AB6B2C17B81A}"/>
    <dgm:cxn modelId="{7F3BA4E1-17EE-974F-98A4-3BB9143CD8E5}" type="presOf" srcId="{31A901A4-B50D-49C7-B774-6C05BDC70C59}" destId="{ABCB1428-36BB-AC41-91C5-0EC0BA4E26BB}" srcOrd="0" destOrd="0" presId="urn:microsoft.com/office/officeart/2005/8/layout/vList3"/>
    <dgm:cxn modelId="{164822F9-E310-4ED9-A07E-27622B45E1BD}" srcId="{BC559285-2197-4DE7-80CB-39A9E714B503}" destId="{C26D87C6-718E-4254-8EE8-27B98E699121}" srcOrd="4" destOrd="0" parTransId="{8CA9F7AA-EA0C-4961-BAED-4EE7265E883D}" sibTransId="{FC32F8CC-CFDA-4AB9-81AD-F7FB16AFA5D3}"/>
    <dgm:cxn modelId="{2EA7D284-3B5C-EF4F-AA3F-AB4619B3394F}" type="presParOf" srcId="{077C4F38-A350-5D4E-BF87-E2C1A9A12E18}" destId="{9FC25F97-A981-224E-BF81-BFEEA220D3ED}" srcOrd="0" destOrd="0" presId="urn:microsoft.com/office/officeart/2005/8/layout/vList3"/>
    <dgm:cxn modelId="{62F49199-6252-D047-9B27-10371D80472C}" type="presParOf" srcId="{9FC25F97-A981-224E-BF81-BFEEA220D3ED}" destId="{BA8B7253-B1F9-A54E-B65E-7B947D344CFF}" srcOrd="0" destOrd="0" presId="urn:microsoft.com/office/officeart/2005/8/layout/vList3"/>
    <dgm:cxn modelId="{39D2CA3F-E6AF-024E-9436-00D7AE727944}" type="presParOf" srcId="{9FC25F97-A981-224E-BF81-BFEEA220D3ED}" destId="{CF7AD518-D118-2648-A945-8C9F2925FCE2}" srcOrd="1" destOrd="0" presId="urn:microsoft.com/office/officeart/2005/8/layout/vList3"/>
    <dgm:cxn modelId="{E472CACF-90CD-594E-A486-3C9E8C9E5410}" type="presParOf" srcId="{077C4F38-A350-5D4E-BF87-E2C1A9A12E18}" destId="{4901FD50-C384-8949-AB55-C66E76D73BD0}" srcOrd="1" destOrd="0" presId="urn:microsoft.com/office/officeart/2005/8/layout/vList3"/>
    <dgm:cxn modelId="{819F02E1-7300-844C-BC99-B7B6A1628B21}" type="presParOf" srcId="{077C4F38-A350-5D4E-BF87-E2C1A9A12E18}" destId="{6B6B0E66-500F-CC48-AD95-53D2EA1AD967}" srcOrd="2" destOrd="0" presId="urn:microsoft.com/office/officeart/2005/8/layout/vList3"/>
    <dgm:cxn modelId="{FC55D370-AD50-4846-A867-44C46A114D31}" type="presParOf" srcId="{6B6B0E66-500F-CC48-AD95-53D2EA1AD967}" destId="{FBB62A70-53A8-AB45-A208-81AA171A868D}" srcOrd="0" destOrd="0" presId="urn:microsoft.com/office/officeart/2005/8/layout/vList3"/>
    <dgm:cxn modelId="{1A8A0CC1-D64C-044F-9479-FBB49AA099BA}" type="presParOf" srcId="{6B6B0E66-500F-CC48-AD95-53D2EA1AD967}" destId="{ABCB1428-36BB-AC41-91C5-0EC0BA4E26BB}" srcOrd="1" destOrd="0" presId="urn:microsoft.com/office/officeart/2005/8/layout/vList3"/>
    <dgm:cxn modelId="{A025331A-D9F5-BF42-88BC-D95B729F7924}" type="presParOf" srcId="{077C4F38-A350-5D4E-BF87-E2C1A9A12E18}" destId="{826C5B59-A151-254A-A04B-4574AA4F526F}" srcOrd="3" destOrd="0" presId="urn:microsoft.com/office/officeart/2005/8/layout/vList3"/>
    <dgm:cxn modelId="{44C4C1BD-3814-2D43-8366-0330079BDACC}" type="presParOf" srcId="{077C4F38-A350-5D4E-BF87-E2C1A9A12E18}" destId="{F9870421-36EE-9D48-AB1C-9F6EC22FEAB8}" srcOrd="4" destOrd="0" presId="urn:microsoft.com/office/officeart/2005/8/layout/vList3"/>
    <dgm:cxn modelId="{1A4B8F65-A642-1541-97A6-5067781B4AC0}" type="presParOf" srcId="{F9870421-36EE-9D48-AB1C-9F6EC22FEAB8}" destId="{28C83425-C567-E540-BDFA-DD6394DDF110}" srcOrd="0" destOrd="0" presId="urn:microsoft.com/office/officeart/2005/8/layout/vList3"/>
    <dgm:cxn modelId="{143CA613-52B3-3045-A759-C31C2AF1F54E}" type="presParOf" srcId="{F9870421-36EE-9D48-AB1C-9F6EC22FEAB8}" destId="{693DE42B-A5EB-E741-AF0F-7BF9B0F257DA}" srcOrd="1" destOrd="0" presId="urn:microsoft.com/office/officeart/2005/8/layout/vList3"/>
    <dgm:cxn modelId="{D58DA904-9C96-364F-8390-F45EFB9D6471}" type="presParOf" srcId="{077C4F38-A350-5D4E-BF87-E2C1A9A12E18}" destId="{D1F2A8AB-64F9-654F-BA48-70D924B2A7EA}" srcOrd="5" destOrd="0" presId="urn:microsoft.com/office/officeart/2005/8/layout/vList3"/>
    <dgm:cxn modelId="{E72BB84B-DD9B-7445-9EA3-73BA132C2DA9}" type="presParOf" srcId="{077C4F38-A350-5D4E-BF87-E2C1A9A12E18}" destId="{CF5AF803-0A1D-0144-A9C9-19E2AB2E3331}" srcOrd="6" destOrd="0" presId="urn:microsoft.com/office/officeart/2005/8/layout/vList3"/>
    <dgm:cxn modelId="{63C29C22-82A0-0C40-80A9-D37D9AF0CF1A}" type="presParOf" srcId="{CF5AF803-0A1D-0144-A9C9-19E2AB2E3331}" destId="{8545BF28-0C76-FB4F-9597-23FCDE990FD2}" srcOrd="0" destOrd="0" presId="urn:microsoft.com/office/officeart/2005/8/layout/vList3"/>
    <dgm:cxn modelId="{E7EB3D2E-546A-EE42-8FE0-C08E41F6C33B}" type="presParOf" srcId="{CF5AF803-0A1D-0144-A9C9-19E2AB2E3331}" destId="{AEEC365F-2358-9541-9F73-732D1A570D16}" srcOrd="1" destOrd="0" presId="urn:microsoft.com/office/officeart/2005/8/layout/vList3"/>
    <dgm:cxn modelId="{64E353B4-ABEE-AF4D-97E3-A7D47F50ECEE}" type="presParOf" srcId="{077C4F38-A350-5D4E-BF87-E2C1A9A12E18}" destId="{278B421E-6CAB-2A40-AC17-2080ECFFCB04}" srcOrd="7" destOrd="0" presId="urn:microsoft.com/office/officeart/2005/8/layout/vList3"/>
    <dgm:cxn modelId="{239A8DA4-E344-5D48-98C6-71C6F26CDE97}" type="presParOf" srcId="{077C4F38-A350-5D4E-BF87-E2C1A9A12E18}" destId="{4F005746-C766-2241-AB88-9C19C2763168}" srcOrd="8" destOrd="0" presId="urn:microsoft.com/office/officeart/2005/8/layout/vList3"/>
    <dgm:cxn modelId="{7BAA7FE7-395C-9A4D-BC9D-2337175630CF}" type="presParOf" srcId="{4F005746-C766-2241-AB88-9C19C2763168}" destId="{397B44F8-20AA-EE4E-ADBD-A85C7205F336}" srcOrd="0" destOrd="0" presId="urn:microsoft.com/office/officeart/2005/8/layout/vList3"/>
    <dgm:cxn modelId="{28BC8912-6C1B-BF49-9DE2-A50309FA1AD8}" type="presParOf" srcId="{4F005746-C766-2241-AB88-9C19C2763168}" destId="{40947BDD-678A-4D41-932D-2875629D677A}" srcOrd="1" destOrd="0" presId="urn:microsoft.com/office/officeart/2005/8/layout/vList3"/>
    <dgm:cxn modelId="{96E4D43C-2810-4A4E-A6F1-D90C96CE1A10}" type="presParOf" srcId="{077C4F38-A350-5D4E-BF87-E2C1A9A12E18}" destId="{4E911BE2-67BB-EA45-834C-E8D6CC974849}" srcOrd="9" destOrd="0" presId="urn:microsoft.com/office/officeart/2005/8/layout/vList3"/>
    <dgm:cxn modelId="{165E6C5A-E0E4-0947-AA54-47C120F4FFD6}" type="presParOf" srcId="{077C4F38-A350-5D4E-BF87-E2C1A9A12E18}" destId="{C179A8DA-0693-3245-A0ED-6ACC0D065C34}" srcOrd="10" destOrd="0" presId="urn:microsoft.com/office/officeart/2005/8/layout/vList3"/>
    <dgm:cxn modelId="{9AC4E976-5932-C749-B07F-2CE2A3406FC0}" type="presParOf" srcId="{C179A8DA-0693-3245-A0ED-6ACC0D065C34}" destId="{D1A80840-908B-C640-B1CD-2A213C51161D}" srcOrd="0" destOrd="0" presId="urn:microsoft.com/office/officeart/2005/8/layout/vList3"/>
    <dgm:cxn modelId="{FA8C6C23-6CC8-0B4D-AF53-B6EC9A64EA33}" type="presParOf" srcId="{C179A8DA-0693-3245-A0ED-6ACC0D065C34}" destId="{69D35D45-6651-7A4D-B9A2-2A6F91CFA12E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7AD518-D118-2648-A945-8C9F2925FCE2}">
      <dsp:nvSpPr>
        <dsp:cNvPr id="0" name=""/>
        <dsp:cNvSpPr/>
      </dsp:nvSpPr>
      <dsp:spPr>
        <a:xfrm rot="10800000">
          <a:off x="1429871" y="1095"/>
          <a:ext cx="5244655" cy="435395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1997" tIns="45720" rIns="85344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39 studies (2003–2022 data collection; 2008–2024 publication years)</a:t>
          </a:r>
        </a:p>
      </dsp:txBody>
      <dsp:txXfrm rot="10800000">
        <a:off x="1538720" y="1095"/>
        <a:ext cx="5135806" cy="435395"/>
      </dsp:txXfrm>
    </dsp:sp>
    <dsp:sp modelId="{BA8B7253-B1F9-A54E-B65E-7B947D344CFF}">
      <dsp:nvSpPr>
        <dsp:cNvPr id="0" name=""/>
        <dsp:cNvSpPr/>
      </dsp:nvSpPr>
      <dsp:spPr>
        <a:xfrm>
          <a:off x="1212173" y="1095"/>
          <a:ext cx="435395" cy="43539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ABCB1428-36BB-AC41-91C5-0EC0BA4E26BB}">
      <dsp:nvSpPr>
        <dsp:cNvPr id="0" name=""/>
        <dsp:cNvSpPr/>
      </dsp:nvSpPr>
      <dsp:spPr>
        <a:xfrm rot="10800000">
          <a:off x="1429871" y="566459"/>
          <a:ext cx="5244655" cy="435395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1997" tIns="45720" rIns="85344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Mean sample size: 257 (range: 70–588)</a:t>
          </a:r>
        </a:p>
      </dsp:txBody>
      <dsp:txXfrm rot="10800000">
        <a:off x="1538720" y="566459"/>
        <a:ext cx="5135806" cy="435395"/>
      </dsp:txXfrm>
    </dsp:sp>
    <dsp:sp modelId="{FBB62A70-53A8-AB45-A208-81AA171A868D}">
      <dsp:nvSpPr>
        <dsp:cNvPr id="0" name=""/>
        <dsp:cNvSpPr/>
      </dsp:nvSpPr>
      <dsp:spPr>
        <a:xfrm>
          <a:off x="1212173" y="566459"/>
          <a:ext cx="435395" cy="435395"/>
        </a:xfrm>
        <a:prstGeom prst="ellipse">
          <a:avLst/>
        </a:prstGeom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93DE42B-A5EB-E741-AF0F-7BF9B0F257DA}">
      <dsp:nvSpPr>
        <dsp:cNvPr id="0" name=""/>
        <dsp:cNvSpPr/>
      </dsp:nvSpPr>
      <dsp:spPr>
        <a:xfrm rot="10800000">
          <a:off x="1429871" y="1131824"/>
          <a:ext cx="5244655" cy="435395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1997" tIns="45720" rIns="85344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Response rates: 7.5% to 88.8% (mean: 37.0%)</a:t>
          </a:r>
        </a:p>
      </dsp:txBody>
      <dsp:txXfrm rot="10800000">
        <a:off x="1538720" y="1131824"/>
        <a:ext cx="5135806" cy="435395"/>
      </dsp:txXfrm>
    </dsp:sp>
    <dsp:sp modelId="{28C83425-C567-E540-BDFA-DD6394DDF110}">
      <dsp:nvSpPr>
        <dsp:cNvPr id="0" name=""/>
        <dsp:cNvSpPr/>
      </dsp:nvSpPr>
      <dsp:spPr>
        <a:xfrm>
          <a:off x="1212173" y="1131824"/>
          <a:ext cx="435395" cy="435395"/>
        </a:xfrm>
        <a:prstGeom prst="ellipse">
          <a:avLst/>
        </a:prstGeom>
        <a:blipFill rotWithShape="1"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AEEC365F-2358-9541-9F73-732D1A570D16}">
      <dsp:nvSpPr>
        <dsp:cNvPr id="0" name=""/>
        <dsp:cNvSpPr/>
      </dsp:nvSpPr>
      <dsp:spPr>
        <a:xfrm rot="10800000">
          <a:off x="1429871" y="1697188"/>
          <a:ext cx="5244655" cy="435395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1997" tIns="45720" rIns="85344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Studies span 22 countries and 5 continents</a:t>
          </a:r>
        </a:p>
      </dsp:txBody>
      <dsp:txXfrm rot="10800000">
        <a:off x="1538720" y="1697188"/>
        <a:ext cx="5135806" cy="435395"/>
      </dsp:txXfrm>
    </dsp:sp>
    <dsp:sp modelId="{8545BF28-0C76-FB4F-9597-23FCDE990FD2}">
      <dsp:nvSpPr>
        <dsp:cNvPr id="0" name=""/>
        <dsp:cNvSpPr/>
      </dsp:nvSpPr>
      <dsp:spPr>
        <a:xfrm>
          <a:off x="1212173" y="1697188"/>
          <a:ext cx="435395" cy="435395"/>
        </a:xfrm>
        <a:prstGeom prst="ellipse">
          <a:avLst/>
        </a:prstGeom>
        <a:blipFill rotWithShape="1"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0947BDD-678A-4D41-932D-2875629D677A}">
      <dsp:nvSpPr>
        <dsp:cNvPr id="0" name=""/>
        <dsp:cNvSpPr/>
      </dsp:nvSpPr>
      <dsp:spPr>
        <a:xfrm rot="10800000">
          <a:off x="1429871" y="2262552"/>
          <a:ext cx="5244655" cy="435395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1997" tIns="45720" rIns="85344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Most frequent journals: </a:t>
          </a:r>
          <a:r>
            <a:rPr lang="en-US" sz="1200" i="1" kern="1200"/>
            <a:t>Journal of Small Business Management</a:t>
          </a:r>
          <a:r>
            <a:rPr lang="en-US" sz="1200" kern="1200"/>
            <a:t>, </a:t>
          </a:r>
          <a:r>
            <a:rPr lang="en-US" sz="1200" i="1" kern="1200"/>
            <a:t>Management Decision</a:t>
          </a:r>
          <a:r>
            <a:rPr lang="en-US" sz="1200" kern="1200"/>
            <a:t>, Journal of Knowledge Management….</a:t>
          </a:r>
        </a:p>
      </dsp:txBody>
      <dsp:txXfrm rot="10800000">
        <a:off x="1538720" y="2262552"/>
        <a:ext cx="5135806" cy="435395"/>
      </dsp:txXfrm>
    </dsp:sp>
    <dsp:sp modelId="{397B44F8-20AA-EE4E-ADBD-A85C7205F336}">
      <dsp:nvSpPr>
        <dsp:cNvPr id="0" name=""/>
        <dsp:cNvSpPr/>
      </dsp:nvSpPr>
      <dsp:spPr>
        <a:xfrm>
          <a:off x="1212173" y="2262552"/>
          <a:ext cx="435395" cy="435395"/>
        </a:xfrm>
        <a:prstGeom prst="ellipse">
          <a:avLst/>
        </a:prstGeom>
        <a:blipFill rotWithShape="1"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9D35D45-6651-7A4D-B9A2-2A6F91CFA12E}">
      <dsp:nvSpPr>
        <dsp:cNvPr id="0" name=""/>
        <dsp:cNvSpPr/>
      </dsp:nvSpPr>
      <dsp:spPr>
        <a:xfrm rot="10800000">
          <a:off x="1429871" y="2827917"/>
          <a:ext cx="5244655" cy="435395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1997" tIns="45720" rIns="85344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Predominantly focused on SMEs (k = 34)</a:t>
          </a:r>
        </a:p>
      </dsp:txBody>
      <dsp:txXfrm rot="10800000">
        <a:off x="1538720" y="2827917"/>
        <a:ext cx="5135806" cy="435395"/>
      </dsp:txXfrm>
    </dsp:sp>
    <dsp:sp modelId="{D1A80840-908B-C640-B1CD-2A213C51161D}">
      <dsp:nvSpPr>
        <dsp:cNvPr id="0" name=""/>
        <dsp:cNvSpPr/>
      </dsp:nvSpPr>
      <dsp:spPr>
        <a:xfrm>
          <a:off x="1212173" y="2827917"/>
          <a:ext cx="435395" cy="435395"/>
        </a:xfrm>
        <a:prstGeom prst="ellipse">
          <a:avLst/>
        </a:prstGeom>
        <a:blipFill rotWithShape="1"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4D07D5-59AD-A14A-AA23-5D3C0C0A95F5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CE65FC-6215-AA4E-9330-EB7562389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39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CE65FC-6215-AA4E-9330-EB756238925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36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CE65FC-6215-AA4E-9330-EB756238925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61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CE65FC-6215-AA4E-9330-EB756238925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003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CE65FC-6215-AA4E-9330-EB756238925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781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CE65FC-6215-AA4E-9330-EB756238925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2032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CE65FC-6215-AA4E-9330-EB756238925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4991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CE65FC-6215-AA4E-9330-EB756238925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351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CE65FC-6215-AA4E-9330-EB756238925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573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7A7EC-4FDB-474F-93B1-19FA9CFC3BC3}" type="datetime1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Meta-Analysis in Management Research: Techniques and Applications | Summer Semester 2025 |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AE7F-5B54-8A43-BEA4-5A07557B2712}" type="datetime1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Meta-Analysis in Management Research: Techniques and Applications | Summer Semester 2025 |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EE06-903E-6F4B-B5E8-467D0BE314DF}" type="datetime1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Meta-Analysis in Management Research: Techniques and Applications | Summer Semester 2025 |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E4CD-A6A2-5345-9453-F5DF2F1219F5}" type="datetime1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Meta-Analysis in Management Research: Techniques and Applications | Summer Semester 2025 |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CBF72-C0AB-9044-A8CD-D666C79F0F7E}" type="datetime1">
              <a:rPr lang="en-US" smtClean="0"/>
              <a:t>7/5/2025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Meta-Analysis in Management Research: Techniques and Applications | Summer Semester 2025 |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EA77-63E4-8C49-AEF0-60078E94052A}" type="datetime1">
              <a:rPr lang="en-US" smtClean="0"/>
              <a:t>7/5/2025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Meta-Analysis in Management Research: Techniques and Applications | Summer Semester 2025 |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A4B13-C30B-4C47-A793-1D8EE0DB455F}" type="datetime1">
              <a:rPr lang="en-US" smtClean="0"/>
              <a:t>7/5/2025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Meta-Analysis in Management Research: Techniques and Applications | Summer Semester 2025 |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6D0CF-96D3-4041-8E9F-E97E0151CFE8}" type="datetime1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Meta-Analysis in Management Research: Techniques and Applications | Summer Semester 2025 |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8646B-E413-E646-8382-9F91910DF46E}" type="datetime1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Meta-Analysis in Management Research: Techniques and Applications | Summer Semester 2025 |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56AEF-ED8F-9F44-9235-3A9A68316E30}" type="datetime1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Meta-Analysis in Management Research: Techniques and Applications | Summer Semester 2025 |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1CE76-87D9-EF49-818E-1AE9A58DE428}" type="datetime1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Meta-Analysis in Management Research: Techniques and Applications | Summer Semester 2025 |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DC4F9-337E-4159-A8AF-400DA8C5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D351DA-B63C-585B-C667-88638E2AE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EA4E7-DFF9-0242-9EA5-9F16F554F4DD}" type="datetime1">
              <a:rPr lang="en-US" smtClean="0"/>
              <a:t>7/5/2025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C83935-A186-EF8D-0C8B-E66DB0206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Meta-Analysis in Management Research: Techniques and Applications | Summer Semester 2025 |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7B38B4-3A95-7E70-77AB-FDD7481D6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734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7069B-BC8D-CD44-BA51-9AB536DE4DF4}" type="datetime1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Meta-Analysis in Management Research: Techniques and Applications | Summer Semester 2025 |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8218808" y="323993"/>
            <a:ext cx="604780" cy="318512"/>
            <a:chOff x="0" y="0"/>
            <a:chExt cx="604774" cy="3185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04774" cy="318516"/>
            </a:xfrm>
            <a:custGeom>
              <a:avLst/>
              <a:gdLst/>
              <a:ahLst/>
              <a:cxnLst/>
              <a:rect l="l" t="t" r="r" b="b"/>
              <a:pathLst>
                <a:path w="604774" h="318516">
                  <a:moveTo>
                    <a:pt x="0" y="0"/>
                  </a:moveTo>
                  <a:lnTo>
                    <a:pt x="0" y="57023"/>
                  </a:lnTo>
                  <a:lnTo>
                    <a:pt x="57023" y="57023"/>
                  </a:lnTo>
                  <a:lnTo>
                    <a:pt x="57023" y="318516"/>
                  </a:lnTo>
                  <a:lnTo>
                    <a:pt x="114300" y="318516"/>
                  </a:lnTo>
                  <a:lnTo>
                    <a:pt x="114300" y="57023"/>
                  </a:lnTo>
                  <a:lnTo>
                    <a:pt x="179578" y="57023"/>
                  </a:lnTo>
                  <a:lnTo>
                    <a:pt x="179578" y="318516"/>
                  </a:lnTo>
                  <a:lnTo>
                    <a:pt x="359283" y="318516"/>
                  </a:lnTo>
                  <a:lnTo>
                    <a:pt x="359283" y="57023"/>
                  </a:lnTo>
                  <a:lnTo>
                    <a:pt x="424815" y="57023"/>
                  </a:lnTo>
                  <a:lnTo>
                    <a:pt x="424815" y="318516"/>
                  </a:lnTo>
                  <a:lnTo>
                    <a:pt x="481965" y="318516"/>
                  </a:lnTo>
                  <a:lnTo>
                    <a:pt x="481965" y="57023"/>
                  </a:lnTo>
                  <a:lnTo>
                    <a:pt x="547624" y="57023"/>
                  </a:lnTo>
                  <a:lnTo>
                    <a:pt x="547624" y="318516"/>
                  </a:lnTo>
                  <a:lnTo>
                    <a:pt x="604774" y="318516"/>
                  </a:lnTo>
                  <a:lnTo>
                    <a:pt x="604774" y="0"/>
                  </a:lnTo>
                  <a:lnTo>
                    <a:pt x="302133" y="0"/>
                  </a:lnTo>
                  <a:lnTo>
                    <a:pt x="302133" y="261366"/>
                  </a:lnTo>
                  <a:lnTo>
                    <a:pt x="236855" y="261366"/>
                  </a:lnTo>
                  <a:lnTo>
                    <a:pt x="236855" y="0"/>
                  </a:lnTo>
                  <a:close/>
                </a:path>
              </a:pathLst>
            </a:custGeom>
            <a:solidFill>
              <a:srgbClr val="0065BD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8347586" y="4806210"/>
            <a:ext cx="575234" cy="268938"/>
          </a:xfrm>
          <a:custGeom>
            <a:avLst/>
            <a:gdLst/>
            <a:ahLst/>
            <a:cxnLst/>
            <a:rect l="l" t="t" r="r" b="b"/>
            <a:pathLst>
              <a:path w="575234" h="268938">
                <a:moveTo>
                  <a:pt x="0" y="0"/>
                </a:moveTo>
                <a:lnTo>
                  <a:pt x="575234" y="0"/>
                </a:lnTo>
                <a:lnTo>
                  <a:pt x="575234" y="268939"/>
                </a:lnTo>
                <a:lnTo>
                  <a:pt x="0" y="2689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5324475" y="1528396"/>
            <a:ext cx="3819525" cy="3333750"/>
          </a:xfrm>
          <a:custGeom>
            <a:avLst/>
            <a:gdLst/>
            <a:ahLst/>
            <a:cxnLst/>
            <a:rect l="l" t="t" r="r" b="b"/>
            <a:pathLst>
              <a:path w="3819525" h="3333750">
                <a:moveTo>
                  <a:pt x="0" y="0"/>
                </a:moveTo>
                <a:lnTo>
                  <a:pt x="3819525" y="0"/>
                </a:lnTo>
                <a:lnTo>
                  <a:pt x="3819525" y="3333750"/>
                </a:lnTo>
                <a:lnTo>
                  <a:pt x="0" y="3333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17602" y="643331"/>
            <a:ext cx="8204692" cy="821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1"/>
              </a:lnSpc>
            </a:pPr>
            <a:r>
              <a:rPr lang="en-US" sz="23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Absorptive Capacity and SME Business Performance:</a:t>
            </a:r>
          </a:p>
          <a:p>
            <a:pPr algn="l">
              <a:lnSpc>
                <a:spcPts val="3081"/>
              </a:lnSpc>
            </a:pPr>
            <a:r>
              <a:rPr lang="en-US" sz="23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meta-analysis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22784" y="1196740"/>
            <a:ext cx="89887" cy="45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4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5902" y="1856199"/>
            <a:ext cx="2841668" cy="233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65"/>
              </a:lnSpc>
            </a:pPr>
            <a:r>
              <a:rPr lang="en-US" sz="14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Prof. Dr. Christopher </a:t>
            </a:r>
            <a:r>
              <a:rPr lang="en-US" sz="1404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Schlägel</a:t>
            </a:r>
            <a:endParaRPr lang="en-US" sz="140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85902" y="2241562"/>
            <a:ext cx="3625884" cy="636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4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Meta-Analysis in Management Research: </a:t>
            </a:r>
          </a:p>
          <a:p>
            <a:pPr algn="just">
              <a:lnSpc>
                <a:spcPts val="2520"/>
              </a:lnSpc>
            </a:pPr>
            <a:r>
              <a:rPr lang="en-US" sz="14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Techniques and Applications (MGTHN0175)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5902" y="4241298"/>
            <a:ext cx="2623644" cy="746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65"/>
              </a:lnSpc>
              <a:spcBef>
                <a:spcPct val="0"/>
              </a:spcBef>
            </a:pPr>
            <a:r>
              <a:rPr lang="en-US" sz="140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Technical University of Munich</a:t>
            </a:r>
          </a:p>
          <a:p>
            <a:pPr algn="just">
              <a:lnSpc>
                <a:spcPts val="1965"/>
              </a:lnSpc>
              <a:spcBef>
                <a:spcPct val="0"/>
              </a:spcBef>
            </a:pPr>
            <a:r>
              <a:rPr lang="en-US" sz="140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School of Management</a:t>
            </a:r>
          </a:p>
          <a:p>
            <a:pPr algn="just">
              <a:lnSpc>
                <a:spcPts val="1965"/>
              </a:lnSpc>
              <a:spcBef>
                <a:spcPct val="0"/>
              </a:spcBef>
            </a:pPr>
            <a:r>
              <a:rPr lang="en-US" sz="140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Campus Heilbronn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6491450-638F-26BA-F592-43BD99728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838CFFEA-E653-1840-EDB8-F66B901B08F1}"/>
              </a:ext>
            </a:extLst>
          </p:cNvPr>
          <p:cNvSpPr txBox="1"/>
          <p:nvPr/>
        </p:nvSpPr>
        <p:spPr>
          <a:xfrm>
            <a:off x="317602" y="3030448"/>
            <a:ext cx="2841668" cy="100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65"/>
              </a:lnSpc>
            </a:pPr>
            <a:r>
              <a:rPr lang="en-US" sz="14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Ali Sayar [03796394], </a:t>
            </a:r>
          </a:p>
          <a:p>
            <a:pPr algn="just">
              <a:lnSpc>
                <a:spcPts val="1965"/>
              </a:lnSpc>
            </a:pPr>
            <a:r>
              <a:rPr lang="en-US" sz="14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Farzad Zandi [03786254],</a:t>
            </a:r>
          </a:p>
          <a:p>
            <a:pPr algn="just">
              <a:lnSpc>
                <a:spcPts val="1965"/>
              </a:lnSpc>
            </a:pPr>
            <a:r>
              <a:rPr lang="en-US" sz="1404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Venüs</a:t>
            </a:r>
            <a:r>
              <a:rPr lang="en-US" sz="14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4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Türesin</a:t>
            </a:r>
            <a:r>
              <a:rPr lang="en-US" sz="14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[03805806],</a:t>
            </a:r>
          </a:p>
          <a:p>
            <a:pPr algn="just">
              <a:lnSpc>
                <a:spcPts val="1965"/>
              </a:lnSpc>
            </a:pPr>
            <a:r>
              <a:rPr lang="en-US" sz="14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Yamama Al </a:t>
            </a:r>
            <a:r>
              <a:rPr lang="en-US" sz="1404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Mghawish</a:t>
            </a:r>
            <a:r>
              <a:rPr lang="en-US" sz="14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[03796819]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F9F3B-8FFF-4B2E-6440-2C1DFB39A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E0EC851-C477-BDF9-98F8-1265A4236745}"/>
              </a:ext>
            </a:extLst>
          </p:cNvPr>
          <p:cNvGrpSpPr>
            <a:grpSpLocks noChangeAspect="1"/>
          </p:cNvGrpSpPr>
          <p:nvPr/>
        </p:nvGrpSpPr>
        <p:grpSpPr>
          <a:xfrm>
            <a:off x="8218808" y="323993"/>
            <a:ext cx="604780" cy="318512"/>
            <a:chOff x="0" y="0"/>
            <a:chExt cx="604774" cy="3185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84EAECD-A5EF-0B6B-6860-18071A5053A4}"/>
                </a:ext>
              </a:extLst>
            </p:cNvPr>
            <p:cNvSpPr/>
            <p:nvPr/>
          </p:nvSpPr>
          <p:spPr>
            <a:xfrm>
              <a:off x="0" y="0"/>
              <a:ext cx="604774" cy="318516"/>
            </a:xfrm>
            <a:custGeom>
              <a:avLst/>
              <a:gdLst/>
              <a:ahLst/>
              <a:cxnLst/>
              <a:rect l="l" t="t" r="r" b="b"/>
              <a:pathLst>
                <a:path w="604774" h="318516">
                  <a:moveTo>
                    <a:pt x="0" y="0"/>
                  </a:moveTo>
                  <a:lnTo>
                    <a:pt x="0" y="57023"/>
                  </a:lnTo>
                  <a:lnTo>
                    <a:pt x="57023" y="57023"/>
                  </a:lnTo>
                  <a:lnTo>
                    <a:pt x="57023" y="318516"/>
                  </a:lnTo>
                  <a:lnTo>
                    <a:pt x="114300" y="318516"/>
                  </a:lnTo>
                  <a:lnTo>
                    <a:pt x="114300" y="57023"/>
                  </a:lnTo>
                  <a:lnTo>
                    <a:pt x="179578" y="57023"/>
                  </a:lnTo>
                  <a:lnTo>
                    <a:pt x="179578" y="318516"/>
                  </a:lnTo>
                  <a:lnTo>
                    <a:pt x="359283" y="318516"/>
                  </a:lnTo>
                  <a:lnTo>
                    <a:pt x="359283" y="57023"/>
                  </a:lnTo>
                  <a:lnTo>
                    <a:pt x="424815" y="57023"/>
                  </a:lnTo>
                  <a:lnTo>
                    <a:pt x="424815" y="318516"/>
                  </a:lnTo>
                  <a:lnTo>
                    <a:pt x="481965" y="318516"/>
                  </a:lnTo>
                  <a:lnTo>
                    <a:pt x="481965" y="57023"/>
                  </a:lnTo>
                  <a:lnTo>
                    <a:pt x="547624" y="57023"/>
                  </a:lnTo>
                  <a:lnTo>
                    <a:pt x="547624" y="318516"/>
                  </a:lnTo>
                  <a:lnTo>
                    <a:pt x="604774" y="318516"/>
                  </a:lnTo>
                  <a:lnTo>
                    <a:pt x="604774" y="0"/>
                  </a:lnTo>
                  <a:lnTo>
                    <a:pt x="302133" y="0"/>
                  </a:lnTo>
                  <a:lnTo>
                    <a:pt x="302133" y="261366"/>
                  </a:lnTo>
                  <a:lnTo>
                    <a:pt x="236855" y="261366"/>
                  </a:lnTo>
                  <a:lnTo>
                    <a:pt x="236855" y="0"/>
                  </a:lnTo>
                  <a:close/>
                </a:path>
              </a:pathLst>
            </a:custGeom>
            <a:solidFill>
              <a:srgbClr val="0065BD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1E30D28A-9823-A2D2-3273-87D4B8CF1B94}"/>
              </a:ext>
            </a:extLst>
          </p:cNvPr>
          <p:cNvSpPr/>
          <p:nvPr/>
        </p:nvSpPr>
        <p:spPr>
          <a:xfrm>
            <a:off x="8347586" y="4806210"/>
            <a:ext cx="575234" cy="268938"/>
          </a:xfrm>
          <a:custGeom>
            <a:avLst/>
            <a:gdLst/>
            <a:ahLst/>
            <a:cxnLst/>
            <a:rect l="l" t="t" r="r" b="b"/>
            <a:pathLst>
              <a:path w="575234" h="268938">
                <a:moveTo>
                  <a:pt x="0" y="0"/>
                </a:moveTo>
                <a:lnTo>
                  <a:pt x="575234" y="0"/>
                </a:lnTo>
                <a:lnTo>
                  <a:pt x="575234" y="268939"/>
                </a:lnTo>
                <a:lnTo>
                  <a:pt x="0" y="2689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59B4B0A-D27E-CD77-599A-C0DCF2FD21A0}"/>
              </a:ext>
            </a:extLst>
          </p:cNvPr>
          <p:cNvSpPr txBox="1"/>
          <p:nvPr/>
        </p:nvSpPr>
        <p:spPr>
          <a:xfrm>
            <a:off x="317602" y="643331"/>
            <a:ext cx="8204692" cy="76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1"/>
              </a:lnSpc>
            </a:pPr>
            <a:r>
              <a:rPr lang="en-US" sz="2350">
                <a:solidFill>
                  <a:srgbClr val="000000"/>
                </a:solidFill>
                <a:latin typeface="Arial"/>
                <a:cs typeface="Arial"/>
                <a:sym typeface="Arial"/>
              </a:rPr>
              <a:t>Outline</a:t>
            </a:r>
          </a:p>
          <a:p>
            <a:pPr>
              <a:lnSpc>
                <a:spcPts val="3081"/>
              </a:lnSpc>
            </a:pPr>
            <a:endParaRPr lang="en-US" sz="2350">
              <a:latin typeface="Arial"/>
              <a:cs typeface="Arial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3DE2322-97BE-92D0-CD9A-4E9B496B7815}"/>
              </a:ext>
            </a:extLst>
          </p:cNvPr>
          <p:cNvSpPr txBox="1"/>
          <p:nvPr/>
        </p:nvSpPr>
        <p:spPr>
          <a:xfrm>
            <a:off x="1322784" y="1196740"/>
            <a:ext cx="89887" cy="45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4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CBCA6F23-65E0-70B4-B0CC-DD057239CB64}"/>
              </a:ext>
            </a:extLst>
          </p:cNvPr>
          <p:cNvCxnSpPr/>
          <p:nvPr/>
        </p:nvCxnSpPr>
        <p:spPr>
          <a:xfrm>
            <a:off x="301125" y="1158175"/>
            <a:ext cx="8223250" cy="1048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CEC34656-F477-E34F-1697-3666FEDF7736}"/>
              </a:ext>
            </a:extLst>
          </p:cNvPr>
          <p:cNvSpPr txBox="1"/>
          <p:nvPr/>
        </p:nvSpPr>
        <p:spPr>
          <a:xfrm>
            <a:off x="298029" y="1287972"/>
            <a:ext cx="5932477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Presentation will cover:</a:t>
            </a:r>
            <a:endParaRPr lang="tr-TR"/>
          </a:p>
          <a:p>
            <a:pPr marL="342900" indent="-342900">
              <a:buAutoNum type="arabicPeriod"/>
            </a:pPr>
            <a:r>
              <a:rPr lang="en-US">
                <a:ea typeface="Calibri"/>
                <a:cs typeface="Calibri"/>
              </a:rPr>
              <a:t>Introduction</a:t>
            </a:r>
          </a:p>
          <a:p>
            <a:pPr marL="342900" indent="-342900">
              <a:buAutoNum type="arabicPeriod"/>
            </a:pPr>
            <a:r>
              <a:rPr lang="en-US">
                <a:ea typeface="Calibri"/>
                <a:cs typeface="Calibri"/>
              </a:rPr>
              <a:t>Purpose of The Study</a:t>
            </a:r>
          </a:p>
          <a:p>
            <a:pPr marL="342900" indent="-342900">
              <a:buAutoNum type="arabicPeriod"/>
            </a:pPr>
            <a:r>
              <a:rPr lang="en-US">
                <a:ea typeface="Calibri"/>
                <a:cs typeface="Calibri"/>
              </a:rPr>
              <a:t>Research Problem &amp; Statement</a:t>
            </a:r>
          </a:p>
          <a:p>
            <a:pPr marL="342900" indent="-342900">
              <a:buAutoNum type="arabicPeriod"/>
            </a:pPr>
            <a:r>
              <a:rPr lang="en-US">
                <a:ea typeface="Calibri"/>
                <a:cs typeface="Calibri"/>
              </a:rPr>
              <a:t>Main Concepts &amp; Meanings</a:t>
            </a:r>
          </a:p>
          <a:p>
            <a:pPr marL="342900" indent="-342900">
              <a:buAutoNum type="arabicPeriod"/>
            </a:pPr>
            <a:r>
              <a:rPr lang="en-US">
                <a:ea typeface="Calibri"/>
                <a:cs typeface="Calibri"/>
              </a:rPr>
              <a:t>Literature Review </a:t>
            </a:r>
          </a:p>
          <a:p>
            <a:pPr marL="342900" indent="-342900">
              <a:buAutoNum type="arabicPeriod"/>
            </a:pPr>
            <a:r>
              <a:rPr lang="en-US">
                <a:ea typeface="Calibri"/>
                <a:cs typeface="Calibri"/>
              </a:rPr>
              <a:t>Hypothesis Development &amp; Research Questions</a:t>
            </a:r>
          </a:p>
          <a:p>
            <a:pPr marL="342900" indent="-342900">
              <a:buAutoNum type="arabicPeriod"/>
            </a:pPr>
            <a:r>
              <a:rPr lang="en-US">
                <a:ea typeface="Calibri"/>
                <a:cs typeface="Calibri"/>
              </a:rPr>
              <a:t>Conceptual Framework</a:t>
            </a:r>
          </a:p>
          <a:p>
            <a:pPr marL="342900" indent="-342900">
              <a:buAutoNum type="arabicPeriod"/>
            </a:pPr>
            <a:r>
              <a:rPr lang="en-US">
                <a:ea typeface="Calibri"/>
                <a:cs typeface="Calibri"/>
              </a:rPr>
              <a:t>Methodology of The Study</a:t>
            </a:r>
          </a:p>
          <a:p>
            <a:pPr marL="342900" indent="-342900">
              <a:buAutoNum type="arabicPeriod"/>
            </a:pPr>
            <a:r>
              <a:rPr lang="en-US">
                <a:ea typeface="Calibri"/>
                <a:cs typeface="Calibri"/>
              </a:rPr>
              <a:t>Findings &amp; Analysis</a:t>
            </a:r>
          </a:p>
          <a:p>
            <a:pPr marL="342900" indent="-342900">
              <a:buAutoNum type="arabicPeriod"/>
            </a:pPr>
            <a:r>
              <a:rPr lang="en-US">
                <a:ea typeface="Calibri"/>
                <a:cs typeface="Calibri"/>
              </a:rPr>
              <a:t>Discussion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D41F5A-FE10-BDEB-77E1-A8B96978F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E5D93784-3DE2-648F-2CCF-BDE0CC6BEB8A}"/>
              </a:ext>
            </a:extLst>
          </p:cNvPr>
          <p:cNvSpPr txBox="1"/>
          <p:nvPr/>
        </p:nvSpPr>
        <p:spPr>
          <a:xfrm>
            <a:off x="8802477" y="4890564"/>
            <a:ext cx="159144" cy="154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Arial"/>
                <a:cs typeface="Arial"/>
              </a:rPr>
              <a:t>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684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38825-3143-F141-B5E5-E8AB2BBC3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3966D66-D5A0-0B36-A93B-1B1A8AD6432D}"/>
              </a:ext>
            </a:extLst>
          </p:cNvPr>
          <p:cNvGrpSpPr>
            <a:grpSpLocks noChangeAspect="1"/>
          </p:cNvGrpSpPr>
          <p:nvPr/>
        </p:nvGrpSpPr>
        <p:grpSpPr>
          <a:xfrm>
            <a:off x="8218808" y="323993"/>
            <a:ext cx="604780" cy="318512"/>
            <a:chOff x="0" y="0"/>
            <a:chExt cx="604774" cy="3185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6FA0FD7-5ED1-C084-7783-E73B7F5A5B07}"/>
                </a:ext>
              </a:extLst>
            </p:cNvPr>
            <p:cNvSpPr/>
            <p:nvPr/>
          </p:nvSpPr>
          <p:spPr>
            <a:xfrm>
              <a:off x="0" y="0"/>
              <a:ext cx="604774" cy="318516"/>
            </a:xfrm>
            <a:custGeom>
              <a:avLst/>
              <a:gdLst/>
              <a:ahLst/>
              <a:cxnLst/>
              <a:rect l="l" t="t" r="r" b="b"/>
              <a:pathLst>
                <a:path w="604774" h="318516">
                  <a:moveTo>
                    <a:pt x="0" y="0"/>
                  </a:moveTo>
                  <a:lnTo>
                    <a:pt x="0" y="57023"/>
                  </a:lnTo>
                  <a:lnTo>
                    <a:pt x="57023" y="57023"/>
                  </a:lnTo>
                  <a:lnTo>
                    <a:pt x="57023" y="318516"/>
                  </a:lnTo>
                  <a:lnTo>
                    <a:pt x="114300" y="318516"/>
                  </a:lnTo>
                  <a:lnTo>
                    <a:pt x="114300" y="57023"/>
                  </a:lnTo>
                  <a:lnTo>
                    <a:pt x="179578" y="57023"/>
                  </a:lnTo>
                  <a:lnTo>
                    <a:pt x="179578" y="318516"/>
                  </a:lnTo>
                  <a:lnTo>
                    <a:pt x="359283" y="318516"/>
                  </a:lnTo>
                  <a:lnTo>
                    <a:pt x="359283" y="57023"/>
                  </a:lnTo>
                  <a:lnTo>
                    <a:pt x="424815" y="57023"/>
                  </a:lnTo>
                  <a:lnTo>
                    <a:pt x="424815" y="318516"/>
                  </a:lnTo>
                  <a:lnTo>
                    <a:pt x="481965" y="318516"/>
                  </a:lnTo>
                  <a:lnTo>
                    <a:pt x="481965" y="57023"/>
                  </a:lnTo>
                  <a:lnTo>
                    <a:pt x="547624" y="57023"/>
                  </a:lnTo>
                  <a:lnTo>
                    <a:pt x="547624" y="318516"/>
                  </a:lnTo>
                  <a:lnTo>
                    <a:pt x="604774" y="318516"/>
                  </a:lnTo>
                  <a:lnTo>
                    <a:pt x="604774" y="0"/>
                  </a:lnTo>
                  <a:lnTo>
                    <a:pt x="302133" y="0"/>
                  </a:lnTo>
                  <a:lnTo>
                    <a:pt x="302133" y="261366"/>
                  </a:lnTo>
                  <a:lnTo>
                    <a:pt x="236855" y="261366"/>
                  </a:lnTo>
                  <a:lnTo>
                    <a:pt x="236855" y="0"/>
                  </a:lnTo>
                  <a:close/>
                </a:path>
              </a:pathLst>
            </a:custGeom>
            <a:solidFill>
              <a:srgbClr val="0065BD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AC2BD968-C07A-C5E9-E75B-1DFA18B0AF91}"/>
              </a:ext>
            </a:extLst>
          </p:cNvPr>
          <p:cNvSpPr/>
          <p:nvPr/>
        </p:nvSpPr>
        <p:spPr>
          <a:xfrm>
            <a:off x="8347586" y="4806210"/>
            <a:ext cx="575234" cy="268938"/>
          </a:xfrm>
          <a:custGeom>
            <a:avLst/>
            <a:gdLst/>
            <a:ahLst/>
            <a:cxnLst/>
            <a:rect l="l" t="t" r="r" b="b"/>
            <a:pathLst>
              <a:path w="575234" h="268938">
                <a:moveTo>
                  <a:pt x="0" y="0"/>
                </a:moveTo>
                <a:lnTo>
                  <a:pt x="575234" y="0"/>
                </a:lnTo>
                <a:lnTo>
                  <a:pt x="575234" y="268939"/>
                </a:lnTo>
                <a:lnTo>
                  <a:pt x="0" y="2689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C3FBB3B-F00D-8DFC-ACFA-834AE94A20AF}"/>
              </a:ext>
            </a:extLst>
          </p:cNvPr>
          <p:cNvSpPr txBox="1"/>
          <p:nvPr/>
        </p:nvSpPr>
        <p:spPr>
          <a:xfrm>
            <a:off x="317602" y="643331"/>
            <a:ext cx="8204692" cy="76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1"/>
              </a:lnSpc>
            </a:pPr>
            <a:r>
              <a:rPr lang="en-US" sz="2350">
                <a:solidFill>
                  <a:srgbClr val="000000"/>
                </a:solidFill>
                <a:latin typeface="Arial"/>
                <a:cs typeface="Arial"/>
                <a:sym typeface="Arial"/>
              </a:rPr>
              <a:t>Introduction</a:t>
            </a:r>
          </a:p>
          <a:p>
            <a:pPr>
              <a:lnSpc>
                <a:spcPts val="3081"/>
              </a:lnSpc>
            </a:pPr>
            <a:endParaRPr lang="en-US" sz="2350">
              <a:latin typeface="Arial"/>
              <a:cs typeface="Arial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C68B374-9283-2B6E-997D-ACD5300BEBBA}"/>
              </a:ext>
            </a:extLst>
          </p:cNvPr>
          <p:cNvSpPr txBox="1"/>
          <p:nvPr/>
        </p:nvSpPr>
        <p:spPr>
          <a:xfrm>
            <a:off x="1322784" y="1196740"/>
            <a:ext cx="89887" cy="45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4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C4C6BD2B-6393-735F-F31C-A680770835C0}"/>
              </a:ext>
            </a:extLst>
          </p:cNvPr>
          <p:cNvCxnSpPr/>
          <p:nvPr/>
        </p:nvCxnSpPr>
        <p:spPr>
          <a:xfrm>
            <a:off x="301125" y="1158175"/>
            <a:ext cx="8223250" cy="1048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etin kutusu 4">
            <a:extLst>
              <a:ext uri="{FF2B5EF4-FFF2-40B4-BE49-F238E27FC236}">
                <a16:creationId xmlns:a16="http://schemas.microsoft.com/office/drawing/2014/main" id="{4EA54A1A-74E2-ABC5-CF70-F18E49B409EE}"/>
              </a:ext>
            </a:extLst>
          </p:cNvPr>
          <p:cNvSpPr txBox="1"/>
          <p:nvPr/>
        </p:nvSpPr>
        <p:spPr>
          <a:xfrm>
            <a:off x="767232" y="1763963"/>
            <a:ext cx="7616226" cy="20313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bri"/>
                <a:ea typeface="Calibri"/>
                <a:cs typeface="Calibri"/>
              </a:rPr>
              <a:t>Small and medium-sized enterprises (SMEs) rely on</a:t>
            </a:r>
            <a:r>
              <a:rPr lang="en-US" b="1">
                <a:latin typeface="Calibri"/>
                <a:ea typeface="Calibri"/>
                <a:cs typeface="Calibri"/>
              </a:rPr>
              <a:t> Absorptive Capacity</a:t>
            </a:r>
            <a:r>
              <a:rPr lang="en-US">
                <a:latin typeface="Calibri"/>
                <a:ea typeface="Calibri"/>
                <a:cs typeface="Calibri"/>
              </a:rPr>
              <a:t>—the ability to identify, assimilate, and apply external knowledge—to improve </a:t>
            </a:r>
            <a:r>
              <a:rPr lang="en-US" b="1">
                <a:latin typeface="Calibri"/>
                <a:ea typeface="Calibri"/>
                <a:cs typeface="Calibri"/>
              </a:rPr>
              <a:t>performance </a:t>
            </a:r>
            <a:r>
              <a:rPr lang="en-US">
                <a:latin typeface="Calibri"/>
                <a:ea typeface="Calibri"/>
                <a:cs typeface="Calibri"/>
              </a:rPr>
              <a:t>in a highly competitive and fast-changing global environment. However, research on the link between absorptive capacity and performance shows mixed results. This study addresses these inconsistencies through a meta-analysis of </a:t>
            </a:r>
            <a:r>
              <a:rPr lang="en-US" b="1">
                <a:latin typeface="Calibri"/>
                <a:ea typeface="Calibri"/>
                <a:cs typeface="Calibri"/>
              </a:rPr>
              <a:t>39 </a:t>
            </a:r>
            <a:r>
              <a:rPr lang="en-US">
                <a:latin typeface="Calibri"/>
                <a:ea typeface="Calibri"/>
                <a:cs typeface="Calibri"/>
              </a:rPr>
              <a:t>studies with over </a:t>
            </a:r>
            <a:r>
              <a:rPr lang="en-US" b="1">
                <a:latin typeface="Calibri"/>
                <a:ea typeface="Calibri"/>
                <a:cs typeface="Calibri"/>
              </a:rPr>
              <a:t>10,000 SMEs</a:t>
            </a:r>
            <a:r>
              <a:rPr lang="en-US">
                <a:latin typeface="Calibri"/>
                <a:ea typeface="Calibri"/>
                <a:cs typeface="Calibri"/>
              </a:rPr>
              <a:t>, focusing on how cultural and geographical contexts influence this relationship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A9E9CC9-C2F3-03B4-948D-382552C62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4E13F016-0228-3EC3-C58A-089E57E67DF8}"/>
              </a:ext>
            </a:extLst>
          </p:cNvPr>
          <p:cNvSpPr txBox="1"/>
          <p:nvPr/>
        </p:nvSpPr>
        <p:spPr>
          <a:xfrm>
            <a:off x="8802477" y="4890564"/>
            <a:ext cx="159144" cy="154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Arial"/>
                <a:cs typeface="Arial"/>
              </a:rPr>
              <a:t>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443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E48EF-9A5E-E963-8E0A-4B7CCCFE0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67D2B96-8C36-9829-1BB9-88964847821F}"/>
              </a:ext>
            </a:extLst>
          </p:cNvPr>
          <p:cNvGrpSpPr>
            <a:grpSpLocks noChangeAspect="1"/>
          </p:cNvGrpSpPr>
          <p:nvPr/>
        </p:nvGrpSpPr>
        <p:grpSpPr>
          <a:xfrm>
            <a:off x="8218808" y="323993"/>
            <a:ext cx="604780" cy="318512"/>
            <a:chOff x="0" y="0"/>
            <a:chExt cx="604774" cy="3185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9E8D500-52B0-CCE8-C44C-C3CD23B487FF}"/>
                </a:ext>
              </a:extLst>
            </p:cNvPr>
            <p:cNvSpPr/>
            <p:nvPr/>
          </p:nvSpPr>
          <p:spPr>
            <a:xfrm>
              <a:off x="0" y="0"/>
              <a:ext cx="604774" cy="318516"/>
            </a:xfrm>
            <a:custGeom>
              <a:avLst/>
              <a:gdLst/>
              <a:ahLst/>
              <a:cxnLst/>
              <a:rect l="l" t="t" r="r" b="b"/>
              <a:pathLst>
                <a:path w="604774" h="318516">
                  <a:moveTo>
                    <a:pt x="0" y="0"/>
                  </a:moveTo>
                  <a:lnTo>
                    <a:pt x="0" y="57023"/>
                  </a:lnTo>
                  <a:lnTo>
                    <a:pt x="57023" y="57023"/>
                  </a:lnTo>
                  <a:lnTo>
                    <a:pt x="57023" y="318516"/>
                  </a:lnTo>
                  <a:lnTo>
                    <a:pt x="114300" y="318516"/>
                  </a:lnTo>
                  <a:lnTo>
                    <a:pt x="114300" y="57023"/>
                  </a:lnTo>
                  <a:lnTo>
                    <a:pt x="179578" y="57023"/>
                  </a:lnTo>
                  <a:lnTo>
                    <a:pt x="179578" y="318516"/>
                  </a:lnTo>
                  <a:lnTo>
                    <a:pt x="359283" y="318516"/>
                  </a:lnTo>
                  <a:lnTo>
                    <a:pt x="359283" y="57023"/>
                  </a:lnTo>
                  <a:lnTo>
                    <a:pt x="424815" y="57023"/>
                  </a:lnTo>
                  <a:lnTo>
                    <a:pt x="424815" y="318516"/>
                  </a:lnTo>
                  <a:lnTo>
                    <a:pt x="481965" y="318516"/>
                  </a:lnTo>
                  <a:lnTo>
                    <a:pt x="481965" y="57023"/>
                  </a:lnTo>
                  <a:lnTo>
                    <a:pt x="547624" y="57023"/>
                  </a:lnTo>
                  <a:lnTo>
                    <a:pt x="547624" y="318516"/>
                  </a:lnTo>
                  <a:lnTo>
                    <a:pt x="604774" y="318516"/>
                  </a:lnTo>
                  <a:lnTo>
                    <a:pt x="604774" y="0"/>
                  </a:lnTo>
                  <a:lnTo>
                    <a:pt x="302133" y="0"/>
                  </a:lnTo>
                  <a:lnTo>
                    <a:pt x="302133" y="261366"/>
                  </a:lnTo>
                  <a:lnTo>
                    <a:pt x="236855" y="261366"/>
                  </a:lnTo>
                  <a:lnTo>
                    <a:pt x="236855" y="0"/>
                  </a:lnTo>
                  <a:close/>
                </a:path>
              </a:pathLst>
            </a:custGeom>
            <a:solidFill>
              <a:srgbClr val="0065BD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5A5510CC-3B99-0244-3EC8-3346EF09FEF1}"/>
              </a:ext>
            </a:extLst>
          </p:cNvPr>
          <p:cNvSpPr/>
          <p:nvPr/>
        </p:nvSpPr>
        <p:spPr>
          <a:xfrm>
            <a:off x="8347586" y="4806210"/>
            <a:ext cx="575234" cy="268938"/>
          </a:xfrm>
          <a:custGeom>
            <a:avLst/>
            <a:gdLst/>
            <a:ahLst/>
            <a:cxnLst/>
            <a:rect l="l" t="t" r="r" b="b"/>
            <a:pathLst>
              <a:path w="575234" h="268938">
                <a:moveTo>
                  <a:pt x="0" y="0"/>
                </a:moveTo>
                <a:lnTo>
                  <a:pt x="575234" y="0"/>
                </a:lnTo>
                <a:lnTo>
                  <a:pt x="575234" y="268939"/>
                </a:lnTo>
                <a:lnTo>
                  <a:pt x="0" y="2689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4C472A7-C857-C115-36C9-BBA3C0336344}"/>
              </a:ext>
            </a:extLst>
          </p:cNvPr>
          <p:cNvSpPr txBox="1"/>
          <p:nvPr/>
        </p:nvSpPr>
        <p:spPr>
          <a:xfrm>
            <a:off x="317602" y="643331"/>
            <a:ext cx="8204692" cy="1133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Arial"/>
                <a:ea typeface="Calibri"/>
                <a:cs typeface="Arial"/>
              </a:rPr>
              <a:t>Purpose of The Study </a:t>
            </a:r>
          </a:p>
          <a:p>
            <a:pPr>
              <a:lnSpc>
                <a:spcPts val="3081"/>
              </a:lnSpc>
            </a:pPr>
            <a:endParaRPr lang="en-US" sz="235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latin typeface="Arial"/>
              <a:cs typeface="Arial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AA855E3-A0F1-828C-F989-B879FE02FEA9}"/>
              </a:ext>
            </a:extLst>
          </p:cNvPr>
          <p:cNvSpPr txBox="1"/>
          <p:nvPr/>
        </p:nvSpPr>
        <p:spPr>
          <a:xfrm>
            <a:off x="1322784" y="1196740"/>
            <a:ext cx="89887" cy="45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4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CB0144DE-6DCD-2AE0-A1CE-FCF67110F4E7}"/>
              </a:ext>
            </a:extLst>
          </p:cNvPr>
          <p:cNvCxnSpPr/>
          <p:nvPr/>
        </p:nvCxnSpPr>
        <p:spPr>
          <a:xfrm>
            <a:off x="301125" y="1158175"/>
            <a:ext cx="8223250" cy="1048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etin kutusu 8">
            <a:extLst>
              <a:ext uri="{FF2B5EF4-FFF2-40B4-BE49-F238E27FC236}">
                <a16:creationId xmlns:a16="http://schemas.microsoft.com/office/drawing/2014/main" id="{84459A4D-9AE9-24F5-C416-989B5CE3F435}"/>
              </a:ext>
            </a:extLst>
          </p:cNvPr>
          <p:cNvSpPr txBox="1"/>
          <p:nvPr/>
        </p:nvSpPr>
        <p:spPr>
          <a:xfrm>
            <a:off x="4161088" y="1774245"/>
            <a:ext cx="4475971" cy="28931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sz="1400">
                <a:ea typeface="+mn-lt"/>
                <a:cs typeface="+mn-lt"/>
              </a:rPr>
              <a:t>Determine the overall effect size of the relationship between </a:t>
            </a:r>
            <a:r>
              <a:rPr lang="en-US" sz="1400" b="1">
                <a:ea typeface="+mn-lt"/>
                <a:cs typeface="+mn-lt"/>
              </a:rPr>
              <a:t>ACAP </a:t>
            </a:r>
            <a:r>
              <a:rPr lang="en-US" sz="1400">
                <a:ea typeface="+mn-lt"/>
                <a:cs typeface="+mn-lt"/>
              </a:rPr>
              <a:t>and </a:t>
            </a:r>
            <a:r>
              <a:rPr lang="en-US" sz="1400" b="1">
                <a:ea typeface="+mn-lt"/>
                <a:cs typeface="+mn-lt"/>
              </a:rPr>
              <a:t>SME performance</a:t>
            </a:r>
            <a:endParaRPr lang="tr-TR" sz="1400" b="1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400">
                <a:ea typeface="+mn-lt"/>
                <a:cs typeface="+mn-lt"/>
              </a:rPr>
              <a:t>Explore how this relationship varies across:</a:t>
            </a:r>
          </a:p>
          <a:p>
            <a:r>
              <a:rPr lang="en-US" sz="1400">
                <a:ea typeface="+mn-lt"/>
                <a:cs typeface="+mn-lt"/>
              </a:rPr>
              <a:t>   Geographic regions</a:t>
            </a:r>
            <a:endParaRPr lang="en-US" sz="1400">
              <a:ea typeface="Calibri"/>
              <a:cs typeface="Calibri"/>
            </a:endParaRPr>
          </a:p>
          <a:p>
            <a:r>
              <a:rPr lang="en-US" sz="1400">
                <a:ea typeface="+mn-lt"/>
                <a:cs typeface="+mn-lt"/>
              </a:rPr>
              <a:t>   Cultural contexts</a:t>
            </a:r>
            <a:endParaRPr lang="en-US" sz="1400">
              <a:ea typeface="Calibri"/>
              <a:cs typeface="Calibri"/>
            </a:endParaRPr>
          </a:p>
          <a:p>
            <a:r>
              <a:rPr lang="en-US" sz="1400">
                <a:ea typeface="+mn-lt"/>
                <a:cs typeface="+mn-lt"/>
              </a:rPr>
              <a:t>   Time</a:t>
            </a:r>
            <a:endParaRPr lang="en-US" sz="1400">
              <a:ea typeface="Calibri"/>
              <a:cs typeface="Calibri"/>
            </a:endParaRPr>
          </a:p>
          <a:p>
            <a:r>
              <a:rPr lang="en-US" sz="1400">
                <a:ea typeface="+mn-lt"/>
                <a:cs typeface="+mn-lt"/>
              </a:rPr>
              <a:t>   Industrial sectors</a:t>
            </a:r>
          </a:p>
          <a:p>
            <a:r>
              <a:rPr lang="en-US" sz="1400">
                <a:ea typeface="+mn-lt"/>
                <a:cs typeface="+mn-lt"/>
              </a:rPr>
              <a:t>3. Provide a meta-analytic synthesis of </a:t>
            </a:r>
            <a:r>
              <a:rPr lang="en-US" sz="1400" b="1">
                <a:ea typeface="+mn-lt"/>
                <a:cs typeface="+mn-lt"/>
              </a:rPr>
              <a:t>39</a:t>
            </a:r>
            <a:r>
              <a:rPr lang="en-US" sz="1400">
                <a:ea typeface="+mn-lt"/>
                <a:cs typeface="+mn-lt"/>
              </a:rPr>
              <a:t> quantitative studies to:</a:t>
            </a:r>
          </a:p>
          <a:p>
            <a:r>
              <a:rPr lang="en-US" sz="1400">
                <a:ea typeface="+mn-lt"/>
                <a:cs typeface="+mn-lt"/>
              </a:rPr>
              <a:t>   Establish </a:t>
            </a:r>
            <a:r>
              <a:rPr lang="en-US" sz="1400" b="1">
                <a:ea typeface="+mn-lt"/>
                <a:cs typeface="+mn-lt"/>
              </a:rPr>
              <a:t>robust</a:t>
            </a:r>
            <a:r>
              <a:rPr lang="en-US" sz="1400">
                <a:ea typeface="+mn-lt"/>
                <a:cs typeface="+mn-lt"/>
              </a:rPr>
              <a:t>, generalizable results</a:t>
            </a:r>
          </a:p>
          <a:p>
            <a:r>
              <a:rPr lang="en-US" sz="1400">
                <a:ea typeface="+mn-lt"/>
                <a:cs typeface="+mn-lt"/>
              </a:rPr>
              <a:t>   Identify </a:t>
            </a:r>
            <a:r>
              <a:rPr lang="en-US" sz="1400" b="1">
                <a:ea typeface="+mn-lt"/>
                <a:cs typeface="+mn-lt"/>
              </a:rPr>
              <a:t>key moderators</a:t>
            </a:r>
          </a:p>
          <a:p>
            <a:r>
              <a:rPr lang="en-US" sz="1400">
                <a:ea typeface="+mn-lt"/>
                <a:cs typeface="+mn-lt"/>
              </a:rPr>
              <a:t>   Offer </a:t>
            </a:r>
            <a:r>
              <a:rPr lang="en-US" sz="1400" b="1">
                <a:ea typeface="+mn-lt"/>
                <a:cs typeface="+mn-lt"/>
              </a:rPr>
              <a:t>practical insights</a:t>
            </a:r>
            <a:r>
              <a:rPr lang="en-US" sz="1400">
                <a:ea typeface="+mn-lt"/>
                <a:cs typeface="+mn-lt"/>
              </a:rPr>
              <a:t> for managers </a:t>
            </a:r>
            <a:endParaRPr lang="en-US" sz="1400">
              <a:ea typeface="Calibri"/>
              <a:cs typeface="Calibri"/>
            </a:endParaRPr>
          </a:p>
          <a:p>
            <a:pPr marL="285750" indent="-285750">
              <a:buAutoNum type="arabicPeriod"/>
            </a:pPr>
            <a:endParaRPr lang="en-US" sz="1400">
              <a:ea typeface="Calibri"/>
              <a:cs typeface="Calibri"/>
            </a:endParaRPr>
          </a:p>
        </p:txBody>
      </p:sp>
      <p:pic>
        <p:nvPicPr>
          <p:cNvPr id="11" name="Resim 10" descr="giyim, adam, insan, kişi, şahıs, çizi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702E369-A093-964A-D7D6-D391BAD09A2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626" y="1613958"/>
            <a:ext cx="3688292" cy="283104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7B0EA9-ACED-55B7-A8FA-5AD37B947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A629579F-3701-7B50-F1C7-06C9C1076908}"/>
              </a:ext>
            </a:extLst>
          </p:cNvPr>
          <p:cNvSpPr txBox="1"/>
          <p:nvPr/>
        </p:nvSpPr>
        <p:spPr>
          <a:xfrm>
            <a:off x="8802477" y="4890564"/>
            <a:ext cx="159144" cy="154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latin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97796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D5F2F-A73B-D7BC-4C43-56B63BFA3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8C3CC89-1CDB-85C6-DCF9-BFB9687E3C67}"/>
              </a:ext>
            </a:extLst>
          </p:cNvPr>
          <p:cNvGrpSpPr>
            <a:grpSpLocks noChangeAspect="1"/>
          </p:cNvGrpSpPr>
          <p:nvPr/>
        </p:nvGrpSpPr>
        <p:grpSpPr>
          <a:xfrm>
            <a:off x="8218808" y="323993"/>
            <a:ext cx="604780" cy="318512"/>
            <a:chOff x="0" y="0"/>
            <a:chExt cx="604774" cy="3185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4CD1B1D-8471-543A-BB1B-69ECED76E209}"/>
                </a:ext>
              </a:extLst>
            </p:cNvPr>
            <p:cNvSpPr/>
            <p:nvPr/>
          </p:nvSpPr>
          <p:spPr>
            <a:xfrm>
              <a:off x="0" y="0"/>
              <a:ext cx="604774" cy="318516"/>
            </a:xfrm>
            <a:custGeom>
              <a:avLst/>
              <a:gdLst/>
              <a:ahLst/>
              <a:cxnLst/>
              <a:rect l="l" t="t" r="r" b="b"/>
              <a:pathLst>
                <a:path w="604774" h="318516">
                  <a:moveTo>
                    <a:pt x="0" y="0"/>
                  </a:moveTo>
                  <a:lnTo>
                    <a:pt x="0" y="57023"/>
                  </a:lnTo>
                  <a:lnTo>
                    <a:pt x="57023" y="57023"/>
                  </a:lnTo>
                  <a:lnTo>
                    <a:pt x="57023" y="318516"/>
                  </a:lnTo>
                  <a:lnTo>
                    <a:pt x="114300" y="318516"/>
                  </a:lnTo>
                  <a:lnTo>
                    <a:pt x="114300" y="57023"/>
                  </a:lnTo>
                  <a:lnTo>
                    <a:pt x="179578" y="57023"/>
                  </a:lnTo>
                  <a:lnTo>
                    <a:pt x="179578" y="318516"/>
                  </a:lnTo>
                  <a:lnTo>
                    <a:pt x="359283" y="318516"/>
                  </a:lnTo>
                  <a:lnTo>
                    <a:pt x="359283" y="57023"/>
                  </a:lnTo>
                  <a:lnTo>
                    <a:pt x="424815" y="57023"/>
                  </a:lnTo>
                  <a:lnTo>
                    <a:pt x="424815" y="318516"/>
                  </a:lnTo>
                  <a:lnTo>
                    <a:pt x="481965" y="318516"/>
                  </a:lnTo>
                  <a:lnTo>
                    <a:pt x="481965" y="57023"/>
                  </a:lnTo>
                  <a:lnTo>
                    <a:pt x="547624" y="57023"/>
                  </a:lnTo>
                  <a:lnTo>
                    <a:pt x="547624" y="318516"/>
                  </a:lnTo>
                  <a:lnTo>
                    <a:pt x="604774" y="318516"/>
                  </a:lnTo>
                  <a:lnTo>
                    <a:pt x="604774" y="0"/>
                  </a:lnTo>
                  <a:lnTo>
                    <a:pt x="302133" y="0"/>
                  </a:lnTo>
                  <a:lnTo>
                    <a:pt x="302133" y="261366"/>
                  </a:lnTo>
                  <a:lnTo>
                    <a:pt x="236855" y="261366"/>
                  </a:lnTo>
                  <a:lnTo>
                    <a:pt x="236855" y="0"/>
                  </a:lnTo>
                  <a:close/>
                </a:path>
              </a:pathLst>
            </a:custGeom>
            <a:solidFill>
              <a:srgbClr val="0065BD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1B655B78-2F0E-42C8-3560-DAA43B023C33}"/>
              </a:ext>
            </a:extLst>
          </p:cNvPr>
          <p:cNvSpPr/>
          <p:nvPr/>
        </p:nvSpPr>
        <p:spPr>
          <a:xfrm>
            <a:off x="8347586" y="4806210"/>
            <a:ext cx="575234" cy="268938"/>
          </a:xfrm>
          <a:custGeom>
            <a:avLst/>
            <a:gdLst/>
            <a:ahLst/>
            <a:cxnLst/>
            <a:rect l="l" t="t" r="r" b="b"/>
            <a:pathLst>
              <a:path w="575234" h="268938">
                <a:moveTo>
                  <a:pt x="0" y="0"/>
                </a:moveTo>
                <a:lnTo>
                  <a:pt x="575234" y="0"/>
                </a:lnTo>
                <a:lnTo>
                  <a:pt x="575234" y="268939"/>
                </a:lnTo>
                <a:lnTo>
                  <a:pt x="0" y="2689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8DFF550-07EF-4FED-F4E1-2FF78E8BB42E}"/>
              </a:ext>
            </a:extLst>
          </p:cNvPr>
          <p:cNvSpPr txBox="1"/>
          <p:nvPr/>
        </p:nvSpPr>
        <p:spPr>
          <a:xfrm>
            <a:off x="317602" y="643331"/>
            <a:ext cx="8204692" cy="1133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Arial"/>
                <a:ea typeface="Calibri"/>
                <a:cs typeface="Arial"/>
              </a:rPr>
              <a:t>Research Problem &amp; Statement</a:t>
            </a:r>
            <a:endParaRPr lang="tr-TR"/>
          </a:p>
          <a:p>
            <a:pPr>
              <a:lnSpc>
                <a:spcPts val="3081"/>
              </a:lnSpc>
            </a:pPr>
            <a:endParaRPr lang="en-US" sz="235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latin typeface="Arial"/>
              <a:cs typeface="Arial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38DD3B1-FCB9-98EE-6408-9BF5DACD58E7}"/>
              </a:ext>
            </a:extLst>
          </p:cNvPr>
          <p:cNvSpPr txBox="1"/>
          <p:nvPr/>
        </p:nvSpPr>
        <p:spPr>
          <a:xfrm>
            <a:off x="1322784" y="1196740"/>
            <a:ext cx="89887" cy="45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4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2FAADF69-6851-F413-4DC3-BAFD5DC25089}"/>
              </a:ext>
            </a:extLst>
          </p:cNvPr>
          <p:cNvCxnSpPr/>
          <p:nvPr/>
        </p:nvCxnSpPr>
        <p:spPr>
          <a:xfrm>
            <a:off x="301125" y="1158175"/>
            <a:ext cx="8223250" cy="1048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etin kutusu 8">
            <a:extLst>
              <a:ext uri="{FF2B5EF4-FFF2-40B4-BE49-F238E27FC236}">
                <a16:creationId xmlns:a16="http://schemas.microsoft.com/office/drawing/2014/main" id="{1C2A066F-20F5-9134-79C9-CA7034DFED7B}"/>
              </a:ext>
            </a:extLst>
          </p:cNvPr>
          <p:cNvSpPr txBox="1"/>
          <p:nvPr/>
        </p:nvSpPr>
        <p:spPr>
          <a:xfrm>
            <a:off x="303463" y="1573162"/>
            <a:ext cx="5375554" cy="28931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ea typeface="+mn-lt"/>
                <a:cs typeface="+mn-lt"/>
              </a:rPr>
              <a:t>While </a:t>
            </a:r>
            <a:r>
              <a:rPr lang="en-US" sz="1400" b="1">
                <a:ea typeface="+mn-lt"/>
                <a:cs typeface="+mn-lt"/>
              </a:rPr>
              <a:t>absorptive capacity (ACAP)</a:t>
            </a:r>
            <a:r>
              <a:rPr lang="en-US" sz="1400">
                <a:ea typeface="+mn-lt"/>
                <a:cs typeface="+mn-lt"/>
              </a:rPr>
              <a:t> is theoretically known to enhance SME performance, existing empirical studies:</a:t>
            </a:r>
            <a:endParaRPr lang="tr-TR" sz="1400" b="1">
              <a:ea typeface="+mn-lt"/>
              <a:cs typeface="+mn-lt"/>
            </a:endParaRPr>
          </a:p>
          <a:p>
            <a:endParaRPr lang="en-US" sz="1400"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r>
              <a:rPr lang="en-US" sz="1400">
                <a:ea typeface="+mn-lt"/>
                <a:cs typeface="+mn-lt"/>
              </a:rPr>
              <a:t>Show </a:t>
            </a:r>
            <a:r>
              <a:rPr lang="en-US" sz="1400" b="1">
                <a:ea typeface="+mn-lt"/>
                <a:cs typeface="+mn-lt"/>
              </a:rPr>
              <a:t>inconsistent and context-specific results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endParaRPr lang="en-US" sz="1400" b="1"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r>
              <a:rPr lang="en-US" sz="1400">
                <a:ea typeface="+mn-lt"/>
                <a:cs typeface="+mn-lt"/>
              </a:rPr>
              <a:t>Are often limited to </a:t>
            </a:r>
            <a:r>
              <a:rPr lang="en-US" sz="1400" b="1">
                <a:ea typeface="+mn-lt"/>
                <a:cs typeface="+mn-lt"/>
              </a:rPr>
              <a:t>single-country or industry-specific data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endParaRPr lang="en-US" sz="1400" b="1"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r>
              <a:rPr lang="en-US" sz="1400">
                <a:ea typeface="+mn-lt"/>
                <a:cs typeface="+mn-lt"/>
              </a:rPr>
              <a:t>Do not fully explore </a:t>
            </a:r>
            <a:r>
              <a:rPr lang="en-US" sz="1400" b="1">
                <a:ea typeface="+mn-lt"/>
                <a:cs typeface="+mn-lt"/>
              </a:rPr>
              <a:t>moderating factors</a:t>
            </a:r>
            <a:r>
              <a:rPr lang="en-US" sz="1400">
                <a:ea typeface="+mn-lt"/>
                <a:cs typeface="+mn-lt"/>
              </a:rPr>
              <a:t> like </a:t>
            </a:r>
            <a:r>
              <a:rPr lang="en-US" sz="1400" b="1">
                <a:ea typeface="+mn-lt"/>
                <a:cs typeface="+mn-lt"/>
              </a:rPr>
              <a:t>geographical regions, cultural dimensions, or time periods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endParaRPr lang="en-US" sz="1400" b="1"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r>
              <a:rPr lang="en-US" sz="1400">
                <a:ea typeface="+mn-lt"/>
                <a:cs typeface="+mn-lt"/>
              </a:rPr>
              <a:t>Lack a </a:t>
            </a:r>
            <a:r>
              <a:rPr lang="en-US" sz="1400" b="1">
                <a:ea typeface="+mn-lt"/>
                <a:cs typeface="+mn-lt"/>
              </a:rPr>
              <a:t>generalizable understanding</a:t>
            </a:r>
            <a:r>
              <a:rPr lang="en-US" sz="1400">
                <a:ea typeface="+mn-lt"/>
                <a:cs typeface="+mn-lt"/>
              </a:rPr>
              <a:t> of how and when ACAP contributes to SME performance</a:t>
            </a:r>
            <a:endParaRPr lang="en-US" sz="1400" b="1">
              <a:ea typeface="Calibri"/>
              <a:cs typeface="Calibri"/>
            </a:endParaRPr>
          </a:p>
          <a:p>
            <a:pPr marL="342900" indent="-342900">
              <a:buFont typeface="Calibri"/>
              <a:buChar char="-"/>
            </a:pPr>
            <a:endParaRPr lang="en-US" sz="1400" b="1">
              <a:ea typeface="Calibri"/>
              <a:cs typeface="Calibri"/>
            </a:endParaRPr>
          </a:p>
        </p:txBody>
      </p:sp>
      <p:pic>
        <p:nvPicPr>
          <p:cNvPr id="5" name="Picture 4" descr="Blue icons with text and symbols on a black background&#10;&#10;AI-generated content may be incorrect.">
            <a:extLst>
              <a:ext uri="{FF2B5EF4-FFF2-40B4-BE49-F238E27FC236}">
                <a16:creationId xmlns:a16="http://schemas.microsoft.com/office/drawing/2014/main" id="{AAA62DF1-BA4B-4553-9EC8-7E66B0B5E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8253" y="1775535"/>
            <a:ext cx="3270867" cy="2158384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8072B51-9766-18F4-834D-90888113A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BBF8ECD9-1CD3-EA44-38C0-EBEDBC70236F}"/>
              </a:ext>
            </a:extLst>
          </p:cNvPr>
          <p:cNvSpPr txBox="1"/>
          <p:nvPr/>
        </p:nvSpPr>
        <p:spPr>
          <a:xfrm>
            <a:off x="8802477" y="4890564"/>
            <a:ext cx="159144" cy="154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latin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27987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DB072-8C95-216B-5B7F-BB077C452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ikdörtgen: Köşeleri Yuvarlatılmış 19">
            <a:extLst>
              <a:ext uri="{FF2B5EF4-FFF2-40B4-BE49-F238E27FC236}">
                <a16:creationId xmlns:a16="http://schemas.microsoft.com/office/drawing/2014/main" id="{178B7517-DC2F-D156-52F5-2F1ACF036C4A}"/>
              </a:ext>
            </a:extLst>
          </p:cNvPr>
          <p:cNvSpPr/>
          <p:nvPr/>
        </p:nvSpPr>
        <p:spPr>
          <a:xfrm>
            <a:off x="6524623" y="2725208"/>
            <a:ext cx="2243666" cy="138641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9" name="Dikdörtgen: Köşeleri Yuvarlatılmış 18">
            <a:extLst>
              <a:ext uri="{FF2B5EF4-FFF2-40B4-BE49-F238E27FC236}">
                <a16:creationId xmlns:a16="http://schemas.microsoft.com/office/drawing/2014/main" id="{AF945D57-A97A-1969-3627-B2E2A6CAED32}"/>
              </a:ext>
            </a:extLst>
          </p:cNvPr>
          <p:cNvSpPr/>
          <p:nvPr/>
        </p:nvSpPr>
        <p:spPr>
          <a:xfrm>
            <a:off x="6524626" y="1756834"/>
            <a:ext cx="2243664" cy="788457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F6EC0D64-F46D-5186-7BB6-FB0C5A17E29C}"/>
              </a:ext>
            </a:extLst>
          </p:cNvPr>
          <p:cNvGrpSpPr>
            <a:grpSpLocks noChangeAspect="1"/>
          </p:cNvGrpSpPr>
          <p:nvPr/>
        </p:nvGrpSpPr>
        <p:grpSpPr>
          <a:xfrm>
            <a:off x="8218808" y="323993"/>
            <a:ext cx="604780" cy="318512"/>
            <a:chOff x="0" y="0"/>
            <a:chExt cx="604774" cy="3185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0A1BBAD-5272-B2A2-8E7B-9C77E072EFD6}"/>
                </a:ext>
              </a:extLst>
            </p:cNvPr>
            <p:cNvSpPr/>
            <p:nvPr/>
          </p:nvSpPr>
          <p:spPr>
            <a:xfrm>
              <a:off x="0" y="0"/>
              <a:ext cx="604774" cy="318516"/>
            </a:xfrm>
            <a:custGeom>
              <a:avLst/>
              <a:gdLst/>
              <a:ahLst/>
              <a:cxnLst/>
              <a:rect l="l" t="t" r="r" b="b"/>
              <a:pathLst>
                <a:path w="604774" h="318516">
                  <a:moveTo>
                    <a:pt x="0" y="0"/>
                  </a:moveTo>
                  <a:lnTo>
                    <a:pt x="0" y="57023"/>
                  </a:lnTo>
                  <a:lnTo>
                    <a:pt x="57023" y="57023"/>
                  </a:lnTo>
                  <a:lnTo>
                    <a:pt x="57023" y="318516"/>
                  </a:lnTo>
                  <a:lnTo>
                    <a:pt x="114300" y="318516"/>
                  </a:lnTo>
                  <a:lnTo>
                    <a:pt x="114300" y="57023"/>
                  </a:lnTo>
                  <a:lnTo>
                    <a:pt x="179578" y="57023"/>
                  </a:lnTo>
                  <a:lnTo>
                    <a:pt x="179578" y="318516"/>
                  </a:lnTo>
                  <a:lnTo>
                    <a:pt x="359283" y="318516"/>
                  </a:lnTo>
                  <a:lnTo>
                    <a:pt x="359283" y="57023"/>
                  </a:lnTo>
                  <a:lnTo>
                    <a:pt x="424815" y="57023"/>
                  </a:lnTo>
                  <a:lnTo>
                    <a:pt x="424815" y="318516"/>
                  </a:lnTo>
                  <a:lnTo>
                    <a:pt x="481965" y="318516"/>
                  </a:lnTo>
                  <a:lnTo>
                    <a:pt x="481965" y="57023"/>
                  </a:lnTo>
                  <a:lnTo>
                    <a:pt x="547624" y="57023"/>
                  </a:lnTo>
                  <a:lnTo>
                    <a:pt x="547624" y="318516"/>
                  </a:lnTo>
                  <a:lnTo>
                    <a:pt x="604774" y="318516"/>
                  </a:lnTo>
                  <a:lnTo>
                    <a:pt x="604774" y="0"/>
                  </a:lnTo>
                  <a:lnTo>
                    <a:pt x="302133" y="0"/>
                  </a:lnTo>
                  <a:lnTo>
                    <a:pt x="302133" y="261366"/>
                  </a:lnTo>
                  <a:lnTo>
                    <a:pt x="236855" y="261366"/>
                  </a:lnTo>
                  <a:lnTo>
                    <a:pt x="236855" y="0"/>
                  </a:lnTo>
                  <a:close/>
                </a:path>
              </a:pathLst>
            </a:custGeom>
            <a:solidFill>
              <a:srgbClr val="0065BD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30C5F9FC-3440-14F7-EDF0-09BC4590016D}"/>
              </a:ext>
            </a:extLst>
          </p:cNvPr>
          <p:cNvSpPr/>
          <p:nvPr/>
        </p:nvSpPr>
        <p:spPr>
          <a:xfrm>
            <a:off x="8347586" y="4806210"/>
            <a:ext cx="575234" cy="268938"/>
          </a:xfrm>
          <a:custGeom>
            <a:avLst/>
            <a:gdLst/>
            <a:ahLst/>
            <a:cxnLst/>
            <a:rect l="l" t="t" r="r" b="b"/>
            <a:pathLst>
              <a:path w="575234" h="268938">
                <a:moveTo>
                  <a:pt x="0" y="0"/>
                </a:moveTo>
                <a:lnTo>
                  <a:pt x="575234" y="0"/>
                </a:lnTo>
                <a:lnTo>
                  <a:pt x="575234" y="268939"/>
                </a:lnTo>
                <a:lnTo>
                  <a:pt x="0" y="2689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7BFB94B-1359-2FE7-0625-32E77D41596F}"/>
              </a:ext>
            </a:extLst>
          </p:cNvPr>
          <p:cNvSpPr txBox="1"/>
          <p:nvPr/>
        </p:nvSpPr>
        <p:spPr>
          <a:xfrm>
            <a:off x="317602" y="643331"/>
            <a:ext cx="8204692" cy="1502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Arial"/>
                <a:ea typeface="Calibri"/>
                <a:cs typeface="Arial"/>
              </a:rPr>
              <a:t>Main Concepts &amp; Definitions</a:t>
            </a:r>
          </a:p>
          <a:p>
            <a:endParaRPr lang="en-US" sz="2400">
              <a:latin typeface="Arial"/>
              <a:ea typeface="Calibri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latin typeface="Arial"/>
              <a:cs typeface="Arial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901E09E-78D8-D46C-8049-BBB6F5C1DF2F}"/>
              </a:ext>
            </a:extLst>
          </p:cNvPr>
          <p:cNvSpPr txBox="1"/>
          <p:nvPr/>
        </p:nvSpPr>
        <p:spPr>
          <a:xfrm>
            <a:off x="1322784" y="1196740"/>
            <a:ext cx="89887" cy="45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4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E31D5D0B-03B8-67F6-FF67-8D23A52FF886}"/>
              </a:ext>
            </a:extLst>
          </p:cNvPr>
          <p:cNvCxnSpPr/>
          <p:nvPr/>
        </p:nvCxnSpPr>
        <p:spPr>
          <a:xfrm>
            <a:off x="301125" y="1158175"/>
            <a:ext cx="8223250" cy="1048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7">
            <a:extLst>
              <a:ext uri="{FF2B5EF4-FFF2-40B4-BE49-F238E27FC236}">
                <a16:creationId xmlns:a16="http://schemas.microsoft.com/office/drawing/2014/main" id="{F512D843-4F1C-CCB7-B8F5-C707064ADE0D}"/>
              </a:ext>
            </a:extLst>
          </p:cNvPr>
          <p:cNvSpPr txBox="1"/>
          <p:nvPr/>
        </p:nvSpPr>
        <p:spPr>
          <a:xfrm>
            <a:off x="587051" y="1420862"/>
            <a:ext cx="3850105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accent1"/>
                </a:solidFill>
                <a:latin typeface="Calibri"/>
                <a:ea typeface="Calibri"/>
                <a:cs typeface="Arial"/>
              </a:rPr>
              <a:t>What is Absorptive Capacity (ACAP)?</a:t>
            </a:r>
          </a:p>
        </p:txBody>
      </p:sp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96E0059F-A2E7-861F-2FAB-3ED2A30C1774}"/>
              </a:ext>
            </a:extLst>
          </p:cNvPr>
          <p:cNvSpPr/>
          <p:nvPr/>
        </p:nvSpPr>
        <p:spPr>
          <a:xfrm>
            <a:off x="585080" y="1901304"/>
            <a:ext cx="3607517" cy="166587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>
                <a:solidFill>
                  <a:srgbClr val="000000"/>
                </a:solidFill>
                <a:ea typeface="+mn-lt"/>
                <a:cs typeface="+mn-lt"/>
              </a:rPr>
              <a:t>“</a:t>
            </a:r>
            <a:r>
              <a:rPr lang="tr-TR" sz="1600" err="1">
                <a:solidFill>
                  <a:srgbClr val="000000"/>
                </a:solidFill>
                <a:ea typeface="+mn-lt"/>
                <a:cs typeface="+mn-lt"/>
              </a:rPr>
              <a:t>The</a:t>
            </a:r>
            <a:r>
              <a:rPr lang="tr-TR" sz="16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000000"/>
                </a:solidFill>
                <a:ea typeface="+mn-lt"/>
                <a:cs typeface="+mn-lt"/>
              </a:rPr>
              <a:t>ability</a:t>
            </a:r>
            <a:r>
              <a:rPr lang="tr-TR" sz="1600">
                <a:solidFill>
                  <a:srgbClr val="000000"/>
                </a:solidFill>
                <a:ea typeface="+mn-lt"/>
                <a:cs typeface="+mn-lt"/>
              </a:rPr>
              <a:t> of a </a:t>
            </a:r>
            <a:r>
              <a:rPr lang="tr-TR" sz="1600" err="1">
                <a:solidFill>
                  <a:srgbClr val="000000"/>
                </a:solidFill>
                <a:ea typeface="+mn-lt"/>
                <a:cs typeface="+mn-lt"/>
              </a:rPr>
              <a:t>firm</a:t>
            </a:r>
            <a:r>
              <a:rPr lang="tr-TR" sz="16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000000"/>
                </a:solidFill>
                <a:ea typeface="+mn-lt"/>
                <a:cs typeface="+mn-lt"/>
              </a:rPr>
              <a:t>to</a:t>
            </a:r>
            <a:r>
              <a:rPr lang="tr-TR" sz="16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000000"/>
                </a:solidFill>
                <a:ea typeface="+mn-lt"/>
                <a:cs typeface="+mn-lt"/>
              </a:rPr>
              <a:t>recognize</a:t>
            </a:r>
            <a:r>
              <a:rPr lang="tr-TR" sz="16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000000"/>
                </a:solidFill>
                <a:ea typeface="+mn-lt"/>
                <a:cs typeface="+mn-lt"/>
              </a:rPr>
              <a:t>the</a:t>
            </a:r>
            <a:r>
              <a:rPr lang="tr-TR" sz="16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000000"/>
                </a:solidFill>
                <a:ea typeface="+mn-lt"/>
                <a:cs typeface="+mn-lt"/>
              </a:rPr>
              <a:t>value</a:t>
            </a:r>
            <a:r>
              <a:rPr lang="tr-TR" sz="1600">
                <a:solidFill>
                  <a:srgbClr val="000000"/>
                </a:solidFill>
                <a:ea typeface="+mn-lt"/>
                <a:cs typeface="+mn-lt"/>
              </a:rPr>
              <a:t> of </a:t>
            </a:r>
            <a:r>
              <a:rPr lang="tr-TR" sz="1600" err="1">
                <a:solidFill>
                  <a:srgbClr val="000000"/>
                </a:solidFill>
                <a:ea typeface="+mn-lt"/>
                <a:cs typeface="+mn-lt"/>
              </a:rPr>
              <a:t>new</a:t>
            </a:r>
            <a:r>
              <a:rPr lang="tr-TR" sz="1600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tr-TR" sz="1600" err="1">
                <a:solidFill>
                  <a:srgbClr val="000000"/>
                </a:solidFill>
                <a:ea typeface="+mn-lt"/>
                <a:cs typeface="+mn-lt"/>
              </a:rPr>
              <a:t>external</a:t>
            </a:r>
            <a:r>
              <a:rPr lang="tr-TR" sz="16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000000"/>
                </a:solidFill>
                <a:ea typeface="+mn-lt"/>
                <a:cs typeface="+mn-lt"/>
              </a:rPr>
              <a:t>information</a:t>
            </a:r>
            <a:r>
              <a:rPr lang="tr-TR" sz="1600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tr-TR" sz="1600" err="1">
                <a:solidFill>
                  <a:srgbClr val="000000"/>
                </a:solidFill>
                <a:ea typeface="+mn-lt"/>
                <a:cs typeface="+mn-lt"/>
              </a:rPr>
              <a:t>assimilate</a:t>
            </a:r>
            <a:r>
              <a:rPr lang="tr-TR" sz="1600">
                <a:solidFill>
                  <a:srgbClr val="000000"/>
                </a:solidFill>
                <a:ea typeface="+mn-lt"/>
                <a:cs typeface="+mn-lt"/>
              </a:rPr>
              <a:t> it, </a:t>
            </a:r>
            <a:r>
              <a:rPr lang="tr-TR" sz="1600" err="1">
                <a:solidFill>
                  <a:srgbClr val="000000"/>
                </a:solidFill>
                <a:ea typeface="+mn-lt"/>
                <a:cs typeface="+mn-lt"/>
              </a:rPr>
              <a:t>and</a:t>
            </a:r>
            <a:r>
              <a:rPr lang="tr-TR" sz="16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000000"/>
                </a:solidFill>
                <a:ea typeface="+mn-lt"/>
                <a:cs typeface="+mn-lt"/>
              </a:rPr>
              <a:t>apply</a:t>
            </a:r>
            <a:r>
              <a:rPr lang="tr-TR" sz="1600">
                <a:solidFill>
                  <a:srgbClr val="000000"/>
                </a:solidFill>
                <a:ea typeface="+mn-lt"/>
                <a:cs typeface="+mn-lt"/>
              </a:rPr>
              <a:t> it </a:t>
            </a:r>
            <a:r>
              <a:rPr lang="tr-TR" sz="1600" err="1">
                <a:solidFill>
                  <a:srgbClr val="000000"/>
                </a:solidFill>
                <a:ea typeface="+mn-lt"/>
                <a:cs typeface="+mn-lt"/>
              </a:rPr>
              <a:t>to</a:t>
            </a:r>
            <a:r>
              <a:rPr lang="tr-TR" sz="16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000000"/>
                </a:solidFill>
                <a:ea typeface="+mn-lt"/>
                <a:cs typeface="+mn-lt"/>
              </a:rPr>
              <a:t>commercial</a:t>
            </a:r>
            <a:r>
              <a:rPr lang="tr-TR" sz="16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000000"/>
                </a:solidFill>
                <a:ea typeface="+mn-lt"/>
                <a:cs typeface="+mn-lt"/>
              </a:rPr>
              <a:t>ends</a:t>
            </a:r>
            <a:r>
              <a:rPr lang="tr-TR" sz="1600">
                <a:solidFill>
                  <a:srgbClr val="000000"/>
                </a:solidFill>
                <a:ea typeface="+mn-lt"/>
                <a:cs typeface="+mn-lt"/>
              </a:rPr>
              <a:t>.”</a:t>
            </a:r>
            <a:br>
              <a:rPr lang="tr-TR" sz="1600">
                <a:ea typeface="+mn-lt"/>
                <a:cs typeface="+mn-lt"/>
              </a:rPr>
            </a:br>
            <a:r>
              <a:rPr lang="tr-TR" sz="1600">
                <a:solidFill>
                  <a:srgbClr val="000000"/>
                </a:solidFill>
                <a:ea typeface="+mn-lt"/>
                <a:cs typeface="+mn-lt"/>
              </a:rPr>
              <a:t>(Cohen &amp; </a:t>
            </a:r>
            <a:r>
              <a:rPr lang="tr-TR" sz="1600" err="1">
                <a:solidFill>
                  <a:srgbClr val="000000"/>
                </a:solidFill>
                <a:ea typeface="+mn-lt"/>
                <a:cs typeface="+mn-lt"/>
              </a:rPr>
              <a:t>Levinthal</a:t>
            </a:r>
            <a:r>
              <a:rPr lang="tr-TR" sz="1600">
                <a:solidFill>
                  <a:srgbClr val="000000"/>
                </a:solidFill>
                <a:ea typeface="+mn-lt"/>
                <a:cs typeface="+mn-lt"/>
              </a:rPr>
              <a:t>, 1990)</a:t>
            </a:r>
            <a:endParaRPr lang="tr-TR" sz="1600">
              <a:ea typeface="Calibri"/>
              <a:cs typeface="Calibri"/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A48569E3-4501-8538-8EE0-D9D901668823}"/>
              </a:ext>
            </a:extLst>
          </p:cNvPr>
          <p:cNvSpPr txBox="1"/>
          <p:nvPr/>
        </p:nvSpPr>
        <p:spPr>
          <a:xfrm>
            <a:off x="4854630" y="1405132"/>
            <a:ext cx="1857720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accent1"/>
                </a:solidFill>
                <a:latin typeface="Calibri"/>
                <a:ea typeface="Calibri"/>
                <a:cs typeface="Arial"/>
              </a:rPr>
              <a:t>How to measure it? </a:t>
            </a:r>
            <a:endParaRPr lang="tr-TR" sz="1600">
              <a:solidFill>
                <a:schemeClr val="accen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AE2BC1E4-1ABF-946E-24E7-B250347CB21B}"/>
              </a:ext>
            </a:extLst>
          </p:cNvPr>
          <p:cNvSpPr txBox="1"/>
          <p:nvPr/>
        </p:nvSpPr>
        <p:spPr>
          <a:xfrm>
            <a:off x="520820" y="3675053"/>
            <a:ext cx="3988638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1400"/>
              <a:t>ACAP is a </a:t>
            </a:r>
            <a:r>
              <a:rPr lang="en-US" sz="1400" b="1"/>
              <a:t>strategic learning capability</a:t>
            </a:r>
            <a:r>
              <a:rPr lang="en-US" sz="1400"/>
              <a:t>, especially critical in </a:t>
            </a:r>
            <a:r>
              <a:rPr lang="en-US" sz="1400" b="1"/>
              <a:t>knowledge-intensive industries</a:t>
            </a:r>
            <a:r>
              <a:rPr lang="en-US" sz="1400"/>
              <a:t>.</a:t>
            </a:r>
            <a:endParaRPr lang="en-US" sz="14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endParaRPr lang="en-US" sz="1400"/>
          </a:p>
          <a:p>
            <a:pPr marL="228600" indent="-228600">
              <a:buFont typeface=""/>
              <a:buChar char="•"/>
            </a:pPr>
            <a:r>
              <a:rPr lang="en-US" sz="1400"/>
              <a:t>Enables </a:t>
            </a:r>
            <a:r>
              <a:rPr lang="en-US" sz="1400" b="1"/>
              <a:t>innovation</a:t>
            </a:r>
            <a:r>
              <a:rPr lang="en-US" sz="1400"/>
              <a:t>, </a:t>
            </a:r>
            <a:r>
              <a:rPr lang="en-US" sz="1400" b="1"/>
              <a:t>adaptation</a:t>
            </a:r>
            <a:r>
              <a:rPr lang="en-US" sz="1400"/>
              <a:t>, and </a:t>
            </a:r>
            <a:r>
              <a:rPr lang="en-US" sz="1400" b="1"/>
              <a:t>competitive advantage</a:t>
            </a:r>
            <a:r>
              <a:rPr lang="en-US" sz="1400"/>
              <a:t>.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BC5EEA03-E39B-D838-170F-5352ECAE57A3}"/>
              </a:ext>
            </a:extLst>
          </p:cNvPr>
          <p:cNvSpPr txBox="1"/>
          <p:nvPr/>
        </p:nvSpPr>
        <p:spPr>
          <a:xfrm>
            <a:off x="6536346" y="1789622"/>
            <a:ext cx="1895435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Measured as a </a:t>
            </a:r>
            <a:r>
              <a:rPr lang="en-US" sz="1400" b="1"/>
              <a:t>four-dimensional construct</a:t>
            </a:r>
            <a:r>
              <a:rPr lang="en-US" sz="1400"/>
              <a:t> </a:t>
            </a:r>
          </a:p>
          <a:p>
            <a:r>
              <a:rPr lang="en-US" sz="1400"/>
              <a:t>(Jansen et al., 2005):</a:t>
            </a:r>
            <a:endParaRPr lang="en-US" sz="1400">
              <a:ea typeface="Calibri"/>
              <a:cs typeface="Calibri"/>
            </a:endParaRPr>
          </a:p>
          <a:p>
            <a:pPr marL="0"/>
            <a:endParaRPr lang="en-US">
              <a:ea typeface="Calibri"/>
              <a:cs typeface="Calibri"/>
            </a:endParaRP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EAAEA047-7042-23F1-7896-5B2C6C81B035}"/>
              </a:ext>
            </a:extLst>
          </p:cNvPr>
          <p:cNvSpPr txBox="1"/>
          <p:nvPr/>
        </p:nvSpPr>
        <p:spPr>
          <a:xfrm>
            <a:off x="6613525" y="2734733"/>
            <a:ext cx="2261659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Some studies use:</a:t>
            </a:r>
            <a:endParaRPr lang="en-US" sz="140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sz="1400"/>
              <a:t>Learning orientation</a:t>
            </a:r>
            <a:endParaRPr lang="en-US" sz="140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sz="1400"/>
              <a:t>Knowledge acquisition ability</a:t>
            </a:r>
            <a:endParaRPr lang="en-US" sz="140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sz="1400"/>
              <a:t>Organizational learning capability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21" name="Metin kutusu 20">
            <a:extLst>
              <a:ext uri="{FF2B5EF4-FFF2-40B4-BE49-F238E27FC236}">
                <a16:creationId xmlns:a16="http://schemas.microsoft.com/office/drawing/2014/main" id="{A8F79CD5-BC96-E6EE-858C-05B85145B26C}"/>
              </a:ext>
            </a:extLst>
          </p:cNvPr>
          <p:cNvSpPr txBox="1"/>
          <p:nvPr/>
        </p:nvSpPr>
        <p:spPr>
          <a:xfrm>
            <a:off x="4856692" y="4327525"/>
            <a:ext cx="418782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1400"/>
              <a:t>In meta-analysis, these proxies are </a:t>
            </a:r>
            <a:r>
              <a:rPr lang="en-US" sz="1400" b="1"/>
              <a:t>coded as ACAP</a:t>
            </a:r>
            <a:r>
              <a:rPr lang="en-US" sz="1400"/>
              <a:t> to maintain </a:t>
            </a:r>
            <a:r>
              <a:rPr lang="en-US" sz="1400" b="1"/>
              <a:t>theoretical consistency</a:t>
            </a:r>
            <a:r>
              <a:rPr lang="en-US" sz="1400"/>
              <a:t>.</a:t>
            </a:r>
            <a:endParaRPr lang="en-US" sz="1400">
              <a:ea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C872D7-9618-797D-7672-D4DB406A33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1734" y="2039352"/>
            <a:ext cx="1612232" cy="1636295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5063000-E0C4-BA82-729B-CDA8D4F10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39DC5E67-AFA0-0649-ADBA-6E35097516FD}"/>
              </a:ext>
            </a:extLst>
          </p:cNvPr>
          <p:cNvSpPr txBox="1"/>
          <p:nvPr/>
        </p:nvSpPr>
        <p:spPr>
          <a:xfrm>
            <a:off x="8802477" y="4890564"/>
            <a:ext cx="159144" cy="154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Arial"/>
                <a:cs typeface="Arial"/>
              </a:rPr>
              <a:t>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719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298CE-7F93-D1A8-DA3A-AFE539368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115F6C6-FE62-0EEC-558D-28173E8D7A5A}"/>
              </a:ext>
            </a:extLst>
          </p:cNvPr>
          <p:cNvGrpSpPr>
            <a:grpSpLocks noChangeAspect="1"/>
          </p:cNvGrpSpPr>
          <p:nvPr/>
        </p:nvGrpSpPr>
        <p:grpSpPr>
          <a:xfrm>
            <a:off x="8218808" y="323993"/>
            <a:ext cx="604780" cy="318512"/>
            <a:chOff x="0" y="0"/>
            <a:chExt cx="604774" cy="3185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05F885E-1840-BE1D-B2C1-2B3048A28840}"/>
                </a:ext>
              </a:extLst>
            </p:cNvPr>
            <p:cNvSpPr/>
            <p:nvPr/>
          </p:nvSpPr>
          <p:spPr>
            <a:xfrm>
              <a:off x="0" y="0"/>
              <a:ext cx="604774" cy="318516"/>
            </a:xfrm>
            <a:custGeom>
              <a:avLst/>
              <a:gdLst/>
              <a:ahLst/>
              <a:cxnLst/>
              <a:rect l="l" t="t" r="r" b="b"/>
              <a:pathLst>
                <a:path w="604774" h="318516">
                  <a:moveTo>
                    <a:pt x="0" y="0"/>
                  </a:moveTo>
                  <a:lnTo>
                    <a:pt x="0" y="57023"/>
                  </a:lnTo>
                  <a:lnTo>
                    <a:pt x="57023" y="57023"/>
                  </a:lnTo>
                  <a:lnTo>
                    <a:pt x="57023" y="318516"/>
                  </a:lnTo>
                  <a:lnTo>
                    <a:pt x="114300" y="318516"/>
                  </a:lnTo>
                  <a:lnTo>
                    <a:pt x="114300" y="57023"/>
                  </a:lnTo>
                  <a:lnTo>
                    <a:pt x="179578" y="57023"/>
                  </a:lnTo>
                  <a:lnTo>
                    <a:pt x="179578" y="318516"/>
                  </a:lnTo>
                  <a:lnTo>
                    <a:pt x="359283" y="318516"/>
                  </a:lnTo>
                  <a:lnTo>
                    <a:pt x="359283" y="57023"/>
                  </a:lnTo>
                  <a:lnTo>
                    <a:pt x="424815" y="57023"/>
                  </a:lnTo>
                  <a:lnTo>
                    <a:pt x="424815" y="318516"/>
                  </a:lnTo>
                  <a:lnTo>
                    <a:pt x="481965" y="318516"/>
                  </a:lnTo>
                  <a:lnTo>
                    <a:pt x="481965" y="57023"/>
                  </a:lnTo>
                  <a:lnTo>
                    <a:pt x="547624" y="57023"/>
                  </a:lnTo>
                  <a:lnTo>
                    <a:pt x="547624" y="318516"/>
                  </a:lnTo>
                  <a:lnTo>
                    <a:pt x="604774" y="318516"/>
                  </a:lnTo>
                  <a:lnTo>
                    <a:pt x="604774" y="0"/>
                  </a:lnTo>
                  <a:lnTo>
                    <a:pt x="302133" y="0"/>
                  </a:lnTo>
                  <a:lnTo>
                    <a:pt x="302133" y="261366"/>
                  </a:lnTo>
                  <a:lnTo>
                    <a:pt x="236855" y="261366"/>
                  </a:lnTo>
                  <a:lnTo>
                    <a:pt x="236855" y="0"/>
                  </a:lnTo>
                  <a:close/>
                </a:path>
              </a:pathLst>
            </a:custGeom>
            <a:solidFill>
              <a:srgbClr val="0065BD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4BAF2B33-89D2-00A9-DC53-678AA3C3FB79}"/>
              </a:ext>
            </a:extLst>
          </p:cNvPr>
          <p:cNvSpPr/>
          <p:nvPr/>
        </p:nvSpPr>
        <p:spPr>
          <a:xfrm>
            <a:off x="8347586" y="4806210"/>
            <a:ext cx="575234" cy="268938"/>
          </a:xfrm>
          <a:custGeom>
            <a:avLst/>
            <a:gdLst/>
            <a:ahLst/>
            <a:cxnLst/>
            <a:rect l="l" t="t" r="r" b="b"/>
            <a:pathLst>
              <a:path w="575234" h="268938">
                <a:moveTo>
                  <a:pt x="0" y="0"/>
                </a:moveTo>
                <a:lnTo>
                  <a:pt x="575234" y="0"/>
                </a:lnTo>
                <a:lnTo>
                  <a:pt x="575234" y="268939"/>
                </a:lnTo>
                <a:lnTo>
                  <a:pt x="0" y="2689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81FD2A3-25A1-6BB0-0BC3-8F91B2AE9B14}"/>
              </a:ext>
            </a:extLst>
          </p:cNvPr>
          <p:cNvSpPr txBox="1"/>
          <p:nvPr/>
        </p:nvSpPr>
        <p:spPr>
          <a:xfrm>
            <a:off x="317602" y="643331"/>
            <a:ext cx="8204692" cy="1502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Arial"/>
                <a:ea typeface="Calibri"/>
                <a:cs typeface="Arial"/>
              </a:rPr>
              <a:t>Main Concepts &amp; Definitions</a:t>
            </a:r>
          </a:p>
          <a:p>
            <a:endParaRPr lang="en-US" sz="2400">
              <a:latin typeface="Arial"/>
              <a:ea typeface="Calibri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latin typeface="Arial"/>
              <a:cs typeface="Arial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BD51E7D-E2F9-6ABF-DBAC-425CE83DFEFE}"/>
              </a:ext>
            </a:extLst>
          </p:cNvPr>
          <p:cNvSpPr txBox="1"/>
          <p:nvPr/>
        </p:nvSpPr>
        <p:spPr>
          <a:xfrm>
            <a:off x="1322784" y="1196740"/>
            <a:ext cx="89887" cy="45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4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5B1D1060-5BAF-E5E6-CCB8-9BF7B375C388}"/>
              </a:ext>
            </a:extLst>
          </p:cNvPr>
          <p:cNvCxnSpPr/>
          <p:nvPr/>
        </p:nvCxnSpPr>
        <p:spPr>
          <a:xfrm>
            <a:off x="301125" y="1158175"/>
            <a:ext cx="8223250" cy="1048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7">
            <a:extLst>
              <a:ext uri="{FF2B5EF4-FFF2-40B4-BE49-F238E27FC236}">
                <a16:creationId xmlns:a16="http://schemas.microsoft.com/office/drawing/2014/main" id="{E9AE9429-37F8-3C2B-A44B-3A33F50CB9CB}"/>
              </a:ext>
            </a:extLst>
          </p:cNvPr>
          <p:cNvSpPr txBox="1"/>
          <p:nvPr/>
        </p:nvSpPr>
        <p:spPr>
          <a:xfrm>
            <a:off x="587051" y="1420862"/>
            <a:ext cx="3850105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chemeClr val="accent1"/>
                </a:solidFill>
                <a:latin typeface="Arial"/>
                <a:cs typeface="Arial"/>
              </a:rPr>
              <a:t>What is SME Performance?</a:t>
            </a:r>
            <a:endParaRPr lang="tr-TR"/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9D7BB091-C04E-11C9-B746-6EC64280C205}"/>
              </a:ext>
            </a:extLst>
          </p:cNvPr>
          <p:cNvSpPr txBox="1"/>
          <p:nvPr/>
        </p:nvSpPr>
        <p:spPr>
          <a:xfrm>
            <a:off x="4854630" y="1420861"/>
            <a:ext cx="3850105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chemeClr val="accent1"/>
                </a:solidFill>
                <a:latin typeface="Arial"/>
                <a:cs typeface="Arial"/>
              </a:rPr>
              <a:t>How to measure it? </a:t>
            </a:r>
            <a:endParaRPr lang="tr-TR">
              <a:solidFill>
                <a:schemeClr val="accent1"/>
              </a:solidFill>
              <a:ea typeface="Calibri"/>
              <a:cs typeface="Calibri"/>
            </a:endParaRPr>
          </a:p>
        </p:txBody>
      </p:sp>
      <p:sp>
        <p:nvSpPr>
          <p:cNvPr id="21" name="Metin kutusu 20">
            <a:extLst>
              <a:ext uri="{FF2B5EF4-FFF2-40B4-BE49-F238E27FC236}">
                <a16:creationId xmlns:a16="http://schemas.microsoft.com/office/drawing/2014/main" id="{D9AA362F-9F60-BF94-DE71-C1D7946E8EEF}"/>
              </a:ext>
            </a:extLst>
          </p:cNvPr>
          <p:cNvSpPr txBox="1"/>
          <p:nvPr/>
        </p:nvSpPr>
        <p:spPr>
          <a:xfrm>
            <a:off x="4856692" y="1882775"/>
            <a:ext cx="4187825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400" b="1"/>
              <a:t>Objective</a:t>
            </a:r>
            <a:r>
              <a:rPr lang="en-US" sz="1400"/>
              <a:t>:</a:t>
            </a:r>
            <a:br>
              <a:rPr lang="en-US" sz="1400"/>
            </a:br>
            <a:r>
              <a:rPr lang="en-US" sz="1400"/>
              <a:t>Accounting data (e.g., ROI, sales growth)</a:t>
            </a:r>
            <a:br>
              <a:rPr lang="en-US" sz="1400"/>
            </a:br>
            <a:r>
              <a:rPr lang="en-US" sz="1400"/>
              <a:t>↳ </a:t>
            </a:r>
            <a:r>
              <a:rPr lang="en-US" sz="1400" i="1"/>
              <a:t>Less common due to data privacy in SMEs</a:t>
            </a:r>
            <a:endParaRPr lang="en-US" sz="1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1400" i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>
                <a:ea typeface="Calibri"/>
                <a:cs typeface="Calibri"/>
              </a:rPr>
              <a:t>Subjective:</a:t>
            </a:r>
            <a:br>
              <a:rPr lang="en-US" sz="1400">
                <a:ea typeface="Calibri"/>
                <a:cs typeface="Calibri"/>
              </a:rPr>
            </a:br>
            <a:r>
              <a:rPr lang="en-US" sz="1400">
                <a:ea typeface="Calibri"/>
                <a:cs typeface="Calibri"/>
              </a:rPr>
              <a:t>Manager perceptions via </a:t>
            </a:r>
            <a:r>
              <a:rPr lang="en-US" sz="1400" b="1">
                <a:ea typeface="Calibri"/>
                <a:cs typeface="Calibri"/>
              </a:rPr>
              <a:t>Likert-scale surveys</a:t>
            </a:r>
            <a:br>
              <a:rPr lang="en-US" sz="1400" b="1">
                <a:ea typeface="Calibri"/>
                <a:cs typeface="Calibri"/>
              </a:rPr>
            </a:br>
            <a:r>
              <a:rPr lang="en-US" sz="1400" b="1">
                <a:ea typeface="Calibri"/>
                <a:cs typeface="Calibri"/>
              </a:rPr>
              <a:t>↳ </a:t>
            </a:r>
            <a:r>
              <a:rPr lang="en-US" sz="1400" i="1">
                <a:ea typeface="Calibri"/>
                <a:cs typeface="Calibri"/>
              </a:rPr>
              <a:t>Widely used in studies (e.g., Ali et al., 2020; Altinay et al., 2016)</a:t>
            </a:r>
          </a:p>
          <a:p>
            <a:pPr marL="285750" indent="-285750">
              <a:buFont typeface="Arial"/>
              <a:buChar char="•"/>
            </a:pPr>
            <a:endParaRPr lang="en-US" sz="1400" i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>
                <a:ea typeface="Calibri"/>
                <a:cs typeface="Calibri"/>
              </a:rPr>
              <a:t>Terms used in literature:</a:t>
            </a:r>
            <a:br>
              <a:rPr lang="en-US" sz="1400">
                <a:ea typeface="Calibri"/>
                <a:cs typeface="Calibri"/>
              </a:rPr>
            </a:br>
            <a:r>
              <a:rPr lang="en-US" sz="1400">
                <a:ea typeface="Calibri"/>
                <a:cs typeface="Calibri"/>
              </a:rPr>
              <a:t>"Firm Performance", "Overall Performance", "Export Performance", "Growth", etc.</a:t>
            </a:r>
          </a:p>
          <a:p>
            <a:endParaRPr lang="en-US" sz="1400" i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1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1400" i="1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endParaRPr lang="en-US" sz="1400">
              <a:ea typeface="Calibri"/>
              <a:cs typeface="Calibri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A003ACBE-0C46-CD57-8A74-461F95A7CD64}"/>
              </a:ext>
            </a:extLst>
          </p:cNvPr>
          <p:cNvSpPr txBox="1"/>
          <p:nvPr/>
        </p:nvSpPr>
        <p:spPr>
          <a:xfrm>
            <a:off x="586317" y="1898650"/>
            <a:ext cx="3806825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SME performance is a </a:t>
            </a:r>
            <a:r>
              <a:rPr lang="en-US" sz="1400" b="1"/>
              <a:t>multidimensional concept</a:t>
            </a:r>
            <a:r>
              <a:rPr lang="en-US" sz="1400"/>
              <a:t> reflecting a firm’s success across:</a:t>
            </a:r>
            <a:endParaRPr lang="en-US" sz="1400">
              <a:ea typeface="Calibri"/>
              <a:cs typeface="Calibri"/>
            </a:endParaRPr>
          </a:p>
          <a:p>
            <a:endParaRPr lang="en-US" sz="1400"/>
          </a:p>
          <a:p>
            <a:r>
              <a:rPr lang="en-US" sz="1400">
                <a:ea typeface="+mn-lt"/>
                <a:cs typeface="+mn-lt"/>
              </a:rPr>
              <a:t>💰</a:t>
            </a:r>
            <a:r>
              <a:rPr lang="en-US" sz="1400"/>
              <a:t> </a:t>
            </a:r>
            <a:r>
              <a:rPr lang="en-US" sz="1400" b="1"/>
              <a:t>Financial</a:t>
            </a:r>
            <a:r>
              <a:rPr lang="en-US" sz="1400"/>
              <a:t> (e.g., profitability, revenue)</a:t>
            </a:r>
            <a:endParaRPr lang="en-US" sz="1400">
              <a:ea typeface="Calibri"/>
              <a:cs typeface="Calibri"/>
            </a:endParaRPr>
          </a:p>
          <a:p>
            <a:endParaRPr lang="en-US" sz="1400">
              <a:ea typeface="+mn-lt"/>
              <a:cs typeface="+mn-lt"/>
            </a:endParaRPr>
          </a:p>
          <a:p>
            <a:r>
              <a:rPr lang="en-US" sz="1400">
                <a:ea typeface="+mn-lt"/>
                <a:cs typeface="+mn-lt"/>
              </a:rPr>
              <a:t>⚙️ </a:t>
            </a:r>
            <a:r>
              <a:rPr lang="en-US" sz="1400" b="1"/>
              <a:t>Operational</a:t>
            </a:r>
            <a:r>
              <a:rPr lang="en-US" sz="1400"/>
              <a:t> (e.g., efficiency, productivity)</a:t>
            </a:r>
            <a:endParaRPr lang="en-US" sz="1400">
              <a:ea typeface="Calibri"/>
              <a:cs typeface="Calibri"/>
            </a:endParaRPr>
          </a:p>
          <a:p>
            <a:endParaRPr lang="en-US" sz="1400">
              <a:ea typeface="+mn-lt"/>
              <a:cs typeface="+mn-lt"/>
            </a:endParaRPr>
          </a:p>
          <a:p>
            <a:r>
              <a:rPr lang="en-US" sz="1400">
                <a:ea typeface="+mn-lt"/>
                <a:cs typeface="+mn-lt"/>
              </a:rPr>
              <a:t>🚀 </a:t>
            </a:r>
            <a:r>
              <a:rPr lang="en-US" sz="1400" b="1"/>
              <a:t>Strategic</a:t>
            </a:r>
            <a:r>
              <a:rPr lang="en-US" sz="1400"/>
              <a:t> (e.g., market share, competitiveness)</a:t>
            </a:r>
            <a:endParaRPr lang="en-US" sz="1400">
              <a:ea typeface="Calibri"/>
              <a:cs typeface="Calibri"/>
            </a:endParaRPr>
          </a:p>
          <a:p>
            <a:endParaRPr lang="en-US" sz="1400">
              <a:ea typeface="+mn-lt"/>
              <a:cs typeface="+mn-lt"/>
            </a:endParaRPr>
          </a:p>
          <a:p>
            <a:r>
              <a:rPr lang="en-US" sz="1400">
                <a:ea typeface="+mn-lt"/>
                <a:cs typeface="+mn-lt"/>
              </a:rPr>
              <a:t>💡</a:t>
            </a:r>
            <a:r>
              <a:rPr lang="en-US" sz="1400"/>
              <a:t> </a:t>
            </a:r>
            <a:r>
              <a:rPr lang="en-US" sz="1400" b="1"/>
              <a:t>Innovative</a:t>
            </a:r>
            <a:r>
              <a:rPr lang="en-US" sz="1400"/>
              <a:t> (e.g., product/process innovation) dimensions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60F28D0-AA7A-7E3F-6E0A-8950CC9D8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F3FA09FB-349B-2F57-7A29-82A00DBD886B}"/>
              </a:ext>
            </a:extLst>
          </p:cNvPr>
          <p:cNvSpPr txBox="1"/>
          <p:nvPr/>
        </p:nvSpPr>
        <p:spPr>
          <a:xfrm>
            <a:off x="8802477" y="4890564"/>
            <a:ext cx="159144" cy="154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latin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97355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AFC8A-3DC1-5D1F-7F67-5E8325854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A41F078-BDBB-9E89-67F1-3635E8561743}"/>
              </a:ext>
            </a:extLst>
          </p:cNvPr>
          <p:cNvGrpSpPr>
            <a:grpSpLocks noChangeAspect="1"/>
          </p:cNvGrpSpPr>
          <p:nvPr/>
        </p:nvGrpSpPr>
        <p:grpSpPr>
          <a:xfrm>
            <a:off x="8218808" y="323993"/>
            <a:ext cx="604780" cy="318512"/>
            <a:chOff x="0" y="0"/>
            <a:chExt cx="604774" cy="3185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4ACB940-F702-E6C3-41B8-5B34E742B7FE}"/>
                </a:ext>
              </a:extLst>
            </p:cNvPr>
            <p:cNvSpPr/>
            <p:nvPr/>
          </p:nvSpPr>
          <p:spPr>
            <a:xfrm>
              <a:off x="0" y="0"/>
              <a:ext cx="604774" cy="318516"/>
            </a:xfrm>
            <a:custGeom>
              <a:avLst/>
              <a:gdLst/>
              <a:ahLst/>
              <a:cxnLst/>
              <a:rect l="l" t="t" r="r" b="b"/>
              <a:pathLst>
                <a:path w="604774" h="318516">
                  <a:moveTo>
                    <a:pt x="0" y="0"/>
                  </a:moveTo>
                  <a:lnTo>
                    <a:pt x="0" y="57023"/>
                  </a:lnTo>
                  <a:lnTo>
                    <a:pt x="57023" y="57023"/>
                  </a:lnTo>
                  <a:lnTo>
                    <a:pt x="57023" y="318516"/>
                  </a:lnTo>
                  <a:lnTo>
                    <a:pt x="114300" y="318516"/>
                  </a:lnTo>
                  <a:lnTo>
                    <a:pt x="114300" y="57023"/>
                  </a:lnTo>
                  <a:lnTo>
                    <a:pt x="179578" y="57023"/>
                  </a:lnTo>
                  <a:lnTo>
                    <a:pt x="179578" y="318516"/>
                  </a:lnTo>
                  <a:lnTo>
                    <a:pt x="359283" y="318516"/>
                  </a:lnTo>
                  <a:lnTo>
                    <a:pt x="359283" y="57023"/>
                  </a:lnTo>
                  <a:lnTo>
                    <a:pt x="424815" y="57023"/>
                  </a:lnTo>
                  <a:lnTo>
                    <a:pt x="424815" y="318516"/>
                  </a:lnTo>
                  <a:lnTo>
                    <a:pt x="481965" y="318516"/>
                  </a:lnTo>
                  <a:lnTo>
                    <a:pt x="481965" y="57023"/>
                  </a:lnTo>
                  <a:lnTo>
                    <a:pt x="547624" y="57023"/>
                  </a:lnTo>
                  <a:lnTo>
                    <a:pt x="547624" y="318516"/>
                  </a:lnTo>
                  <a:lnTo>
                    <a:pt x="604774" y="318516"/>
                  </a:lnTo>
                  <a:lnTo>
                    <a:pt x="604774" y="0"/>
                  </a:lnTo>
                  <a:lnTo>
                    <a:pt x="302133" y="0"/>
                  </a:lnTo>
                  <a:lnTo>
                    <a:pt x="302133" y="261366"/>
                  </a:lnTo>
                  <a:lnTo>
                    <a:pt x="236855" y="261366"/>
                  </a:lnTo>
                  <a:lnTo>
                    <a:pt x="236855" y="0"/>
                  </a:lnTo>
                  <a:close/>
                </a:path>
              </a:pathLst>
            </a:custGeom>
            <a:solidFill>
              <a:srgbClr val="0065BD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70432C15-DCB6-CBF7-C8B4-02CFADC7E1DB}"/>
              </a:ext>
            </a:extLst>
          </p:cNvPr>
          <p:cNvSpPr/>
          <p:nvPr/>
        </p:nvSpPr>
        <p:spPr>
          <a:xfrm>
            <a:off x="8347586" y="4806210"/>
            <a:ext cx="575234" cy="268938"/>
          </a:xfrm>
          <a:custGeom>
            <a:avLst/>
            <a:gdLst/>
            <a:ahLst/>
            <a:cxnLst/>
            <a:rect l="l" t="t" r="r" b="b"/>
            <a:pathLst>
              <a:path w="575234" h="268938">
                <a:moveTo>
                  <a:pt x="0" y="0"/>
                </a:moveTo>
                <a:lnTo>
                  <a:pt x="575234" y="0"/>
                </a:lnTo>
                <a:lnTo>
                  <a:pt x="575234" y="268939"/>
                </a:lnTo>
                <a:lnTo>
                  <a:pt x="0" y="2689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F66D35A-6DE3-A64A-B65B-D9FD0119D99C}"/>
              </a:ext>
            </a:extLst>
          </p:cNvPr>
          <p:cNvSpPr txBox="1"/>
          <p:nvPr/>
        </p:nvSpPr>
        <p:spPr>
          <a:xfrm>
            <a:off x="317602" y="643331"/>
            <a:ext cx="8204692" cy="1502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Arial"/>
                <a:ea typeface="Calibri"/>
                <a:cs typeface="Arial"/>
              </a:rPr>
              <a:t>Main Concepts &amp; Definitions</a:t>
            </a:r>
          </a:p>
          <a:p>
            <a:endParaRPr lang="en-US" sz="2400">
              <a:latin typeface="Arial"/>
              <a:ea typeface="Calibri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latin typeface="Arial"/>
              <a:cs typeface="Arial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BAE94D8-DE07-0333-200B-E84CFA3D9C65}"/>
              </a:ext>
            </a:extLst>
          </p:cNvPr>
          <p:cNvSpPr txBox="1"/>
          <p:nvPr/>
        </p:nvSpPr>
        <p:spPr>
          <a:xfrm>
            <a:off x="1322784" y="1196740"/>
            <a:ext cx="89887" cy="45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4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E79FCE9E-BA9F-B184-A98A-14D216E8F1D4}"/>
              </a:ext>
            </a:extLst>
          </p:cNvPr>
          <p:cNvCxnSpPr/>
          <p:nvPr/>
        </p:nvCxnSpPr>
        <p:spPr>
          <a:xfrm>
            <a:off x="301125" y="1158175"/>
            <a:ext cx="8223250" cy="1048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7">
            <a:extLst>
              <a:ext uri="{FF2B5EF4-FFF2-40B4-BE49-F238E27FC236}">
                <a16:creationId xmlns:a16="http://schemas.microsoft.com/office/drawing/2014/main" id="{952A51B0-9F4F-D212-FF7F-0DCCCAE3CD08}"/>
              </a:ext>
            </a:extLst>
          </p:cNvPr>
          <p:cNvSpPr txBox="1"/>
          <p:nvPr/>
        </p:nvSpPr>
        <p:spPr>
          <a:xfrm>
            <a:off x="587051" y="1420862"/>
            <a:ext cx="3850105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chemeClr val="accent1"/>
                </a:solidFill>
                <a:latin typeface="Calibri"/>
                <a:ea typeface="Calibri"/>
                <a:cs typeface="Arial"/>
              </a:rPr>
              <a:t>What is Hofstede’s Cultural Dimensions</a:t>
            </a:r>
            <a:r>
              <a:rPr lang="tr-TR" sz="1400">
                <a:solidFill>
                  <a:schemeClr val="accent1"/>
                </a:solidFill>
                <a:latin typeface="Calibri"/>
                <a:ea typeface="Calibri"/>
                <a:cs typeface="Arial"/>
              </a:rPr>
              <a:t>?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F38616C1-CA76-16E5-5B55-F798C965A696}"/>
              </a:ext>
            </a:extLst>
          </p:cNvPr>
          <p:cNvSpPr txBox="1"/>
          <p:nvPr/>
        </p:nvSpPr>
        <p:spPr>
          <a:xfrm>
            <a:off x="4854630" y="1420861"/>
            <a:ext cx="3850105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00000"/>
                </a:solidFill>
                <a:ea typeface="+mn-lt"/>
                <a:cs typeface="+mn-lt"/>
              </a:rPr>
              <a:t>Uncertainty Avoidance</a:t>
            </a:r>
            <a:endParaRPr lang="tr-TR" b="1">
              <a:ea typeface="Calibri"/>
              <a:cs typeface="Calibri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63C9AEF3-2E52-88B3-AB6B-07867F948696}"/>
              </a:ext>
            </a:extLst>
          </p:cNvPr>
          <p:cNvSpPr txBox="1"/>
          <p:nvPr/>
        </p:nvSpPr>
        <p:spPr>
          <a:xfrm>
            <a:off x="586317" y="1898650"/>
            <a:ext cx="3806825" cy="24622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ea typeface="+mn-lt"/>
                <a:cs typeface="+mn-lt"/>
              </a:rPr>
              <a:t>Hofstede’s model identifies </a:t>
            </a:r>
            <a:r>
              <a:rPr lang="en-US" sz="1400" b="1">
                <a:ea typeface="+mn-lt"/>
                <a:cs typeface="+mn-lt"/>
              </a:rPr>
              <a:t>six cultural dimensions</a:t>
            </a:r>
            <a:r>
              <a:rPr lang="en-US" sz="1400">
                <a:ea typeface="+mn-lt"/>
                <a:cs typeface="+mn-lt"/>
              </a:rPr>
              <a:t> that explain how national cultures affect organizations:</a:t>
            </a:r>
            <a:endParaRPr lang="tr-TR">
              <a:ea typeface="+mn-lt"/>
              <a:cs typeface="+mn-lt"/>
            </a:endParaRPr>
          </a:p>
          <a:p>
            <a:endParaRPr lang="en-US" sz="14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Power Distance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Individualism vs. Collectivism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Masculinity vs. Femininity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400">
                <a:highlight>
                  <a:srgbClr val="FFFF00"/>
                </a:highlight>
                <a:ea typeface="+mn-lt"/>
                <a:cs typeface="+mn-lt"/>
              </a:rPr>
              <a:t>Uncertainty Avoidance</a:t>
            </a:r>
            <a:r>
              <a:rPr lang="en-US" sz="1400">
                <a:ea typeface="+mn-lt"/>
                <a:cs typeface="+mn-lt"/>
              </a:rPr>
              <a:t> </a:t>
            </a:r>
            <a:r>
              <a:rPr lang="en-US" sz="1400" b="1">
                <a:ea typeface="+mn-lt"/>
                <a:cs typeface="+mn-lt"/>
              </a:rPr>
              <a:t>←</a:t>
            </a:r>
            <a:r>
              <a:rPr lang="en-US" sz="1400">
                <a:ea typeface="+mn-lt"/>
                <a:cs typeface="+mn-lt"/>
              </a:rPr>
              <a:t> </a:t>
            </a:r>
            <a:r>
              <a:rPr lang="en-US" sz="1400" i="1">
                <a:ea typeface="+mn-lt"/>
                <a:cs typeface="+mn-lt"/>
              </a:rPr>
              <a:t>(</a:t>
            </a:r>
            <a:r>
              <a:rPr lang="en-US" sz="1400" i="1">
                <a:solidFill>
                  <a:srgbClr val="000000"/>
                </a:solidFill>
                <a:ea typeface="+mn-lt"/>
                <a:cs typeface="+mn-lt"/>
              </a:rPr>
              <a:t>Focus of this study</a:t>
            </a:r>
            <a:r>
              <a:rPr lang="en-US" sz="1400" i="1">
                <a:ea typeface="+mn-lt"/>
                <a:cs typeface="+mn-lt"/>
              </a:rPr>
              <a:t>)</a:t>
            </a:r>
            <a:endParaRPr lang="en-US" i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Long-Term vs. Short-Term Orientation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Indulgence vs. Restraint</a:t>
            </a:r>
            <a:endParaRPr lang="en-US"/>
          </a:p>
          <a:p>
            <a:endParaRPr lang="en-US" sz="1400">
              <a:ea typeface="Calibri"/>
              <a:cs typeface="Calibri"/>
            </a:endParaRPr>
          </a:p>
        </p:txBody>
      </p:sp>
      <p:cxnSp>
        <p:nvCxnSpPr>
          <p:cNvPr id="9" name="Bağlayıcı: Dirsek 8">
            <a:extLst>
              <a:ext uri="{FF2B5EF4-FFF2-40B4-BE49-F238E27FC236}">
                <a16:creationId xmlns:a16="http://schemas.microsoft.com/office/drawing/2014/main" id="{D03FDABC-C6E3-515C-5498-75CF1C44D541}"/>
              </a:ext>
            </a:extLst>
          </p:cNvPr>
          <p:cNvCxnSpPr/>
          <p:nvPr/>
        </p:nvCxnSpPr>
        <p:spPr>
          <a:xfrm flipH="1">
            <a:off x="4349949" y="1577115"/>
            <a:ext cx="531763" cy="1962310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Resim 10" descr="metin, ekran görüntüsü, yazı tipi, diyagra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FABE210-21CD-3AD5-1124-35082258D3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340" t="19750" r="10034" b="25662"/>
          <a:stretch>
            <a:fillRect/>
          </a:stretch>
        </p:blipFill>
        <p:spPr>
          <a:xfrm>
            <a:off x="4858879" y="1866970"/>
            <a:ext cx="2368310" cy="1798864"/>
          </a:xfrm>
          <a:prstGeom prst="rect">
            <a:avLst/>
          </a:prstGeom>
        </p:spPr>
      </p:pic>
      <p:sp>
        <p:nvSpPr>
          <p:cNvPr id="15" name="Ok: Sağ 14">
            <a:extLst>
              <a:ext uri="{FF2B5EF4-FFF2-40B4-BE49-F238E27FC236}">
                <a16:creationId xmlns:a16="http://schemas.microsoft.com/office/drawing/2014/main" id="{218E410C-15D9-9689-770B-D9BFCF4A52D9}"/>
              </a:ext>
            </a:extLst>
          </p:cNvPr>
          <p:cNvSpPr/>
          <p:nvPr/>
        </p:nvSpPr>
        <p:spPr>
          <a:xfrm>
            <a:off x="6913112" y="2053166"/>
            <a:ext cx="328083" cy="232833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8604B5D1-FCDA-9711-B414-B197345BFBCD}"/>
              </a:ext>
            </a:extLst>
          </p:cNvPr>
          <p:cNvSpPr txBox="1"/>
          <p:nvPr/>
        </p:nvSpPr>
        <p:spPr>
          <a:xfrm>
            <a:off x="7314122" y="1847131"/>
            <a:ext cx="140071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latin typeface="Calibri"/>
                <a:ea typeface="Calibri"/>
                <a:cs typeface="Calibri"/>
              </a:rPr>
              <a:t>preference for </a:t>
            </a:r>
            <a:r>
              <a:rPr lang="en-US" sz="1200" b="1"/>
              <a:t>rules</a:t>
            </a:r>
            <a:r>
              <a:rPr lang="en-US" sz="1200">
                <a:latin typeface="Calibri"/>
                <a:ea typeface="Calibri"/>
                <a:cs typeface="Calibri"/>
              </a:rPr>
              <a:t>, </a:t>
            </a:r>
            <a:r>
              <a:rPr lang="en-US" sz="1200" b="1" err="1"/>
              <a:t>structure</a:t>
            </a:r>
            <a:r>
              <a:rPr lang="en-US" sz="1200" err="1">
                <a:latin typeface="Calibri"/>
                <a:ea typeface="Calibri"/>
                <a:cs typeface="Calibri"/>
              </a:rPr>
              <a:t>,</a:t>
            </a:r>
            <a:r>
              <a:rPr lang="en-US" sz="1200" b="1" err="1"/>
              <a:t>risk</a:t>
            </a:r>
            <a:r>
              <a:rPr lang="en-US" sz="1200" b="1"/>
              <a:t> aversion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17" name="Ok: Sağ 16">
            <a:extLst>
              <a:ext uri="{FF2B5EF4-FFF2-40B4-BE49-F238E27FC236}">
                <a16:creationId xmlns:a16="http://schemas.microsoft.com/office/drawing/2014/main" id="{5B9D7B88-F7D8-0413-64D9-A8F4746CBCE9}"/>
              </a:ext>
            </a:extLst>
          </p:cNvPr>
          <p:cNvSpPr/>
          <p:nvPr/>
        </p:nvSpPr>
        <p:spPr>
          <a:xfrm>
            <a:off x="6913111" y="3007463"/>
            <a:ext cx="328083" cy="232833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6FE2E858-19AC-826D-320B-51D4800FFEE0}"/>
              </a:ext>
            </a:extLst>
          </p:cNvPr>
          <p:cNvSpPr txBox="1"/>
          <p:nvPr/>
        </p:nvSpPr>
        <p:spPr>
          <a:xfrm>
            <a:off x="7335689" y="2801428"/>
            <a:ext cx="181046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latin typeface="Calibri"/>
                <a:ea typeface="Calibri"/>
                <a:cs typeface="Calibri"/>
              </a:rPr>
              <a:t>greater </a:t>
            </a:r>
            <a:r>
              <a:rPr lang="en-US" sz="1200" b="1"/>
              <a:t>openness to change</a:t>
            </a:r>
            <a:r>
              <a:rPr lang="en-US" sz="1200">
                <a:latin typeface="Calibri"/>
                <a:ea typeface="Calibri"/>
                <a:cs typeface="Calibri"/>
              </a:rPr>
              <a:t>, </a:t>
            </a:r>
            <a:r>
              <a:rPr lang="en-US" sz="1200" b="1"/>
              <a:t>experimentation</a:t>
            </a:r>
            <a:r>
              <a:rPr lang="en-US" sz="1200">
                <a:latin typeface="Calibri"/>
                <a:ea typeface="Calibri"/>
                <a:cs typeface="Calibri"/>
              </a:rPr>
              <a:t>, and </a:t>
            </a:r>
            <a:r>
              <a:rPr lang="en-US" sz="1200" b="1"/>
              <a:t>external ideas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22" name="Metin kutusu 21">
            <a:extLst>
              <a:ext uri="{FF2B5EF4-FFF2-40B4-BE49-F238E27FC236}">
                <a16:creationId xmlns:a16="http://schemas.microsoft.com/office/drawing/2014/main" id="{5B9A6173-299E-3F7E-1076-4117FA01A22D}"/>
              </a:ext>
            </a:extLst>
          </p:cNvPr>
          <p:cNvSpPr txBox="1"/>
          <p:nvPr/>
        </p:nvSpPr>
        <p:spPr>
          <a:xfrm>
            <a:off x="4758546" y="3669462"/>
            <a:ext cx="4171950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endParaRPr lang="en-US" sz="1400" b="1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1400"/>
              <a:t>In </a:t>
            </a:r>
            <a:r>
              <a:rPr lang="en-US" sz="1400" b="1"/>
              <a:t>high uncertainty avoidance cultures</a:t>
            </a:r>
            <a:r>
              <a:rPr lang="en-US" sz="1400"/>
              <a:t>, firms may be more hesitant to adopt external knowledge</a:t>
            </a:r>
            <a:endParaRPr lang="en-US" sz="14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1400"/>
              <a:t>In </a:t>
            </a:r>
            <a:r>
              <a:rPr lang="en-US" sz="1400" b="1"/>
              <a:t>low uncertainty avoidance cultures</a:t>
            </a:r>
            <a:r>
              <a:rPr lang="en-US" sz="1400"/>
              <a:t>, firms may be more willing to </a:t>
            </a:r>
            <a:r>
              <a:rPr lang="en-US" sz="1400" b="1"/>
              <a:t>experiment and adapt</a:t>
            </a:r>
            <a:endParaRPr lang="en-US" sz="1400" b="1">
              <a:ea typeface="Calibri"/>
              <a:cs typeface="Calibri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BEE88E2-AB6A-CB53-C967-7DB557F2A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0" name="TextBox 4">
            <a:extLst>
              <a:ext uri="{FF2B5EF4-FFF2-40B4-BE49-F238E27FC236}">
                <a16:creationId xmlns:a16="http://schemas.microsoft.com/office/drawing/2014/main" id="{D97AF621-38D7-81D6-7CA5-A6C712D4575C}"/>
              </a:ext>
            </a:extLst>
          </p:cNvPr>
          <p:cNvSpPr txBox="1"/>
          <p:nvPr/>
        </p:nvSpPr>
        <p:spPr>
          <a:xfrm>
            <a:off x="8802477" y="4890564"/>
            <a:ext cx="159144" cy="154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Arial"/>
                <a:cs typeface="Arial"/>
              </a:rPr>
              <a:t>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992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17887-4B85-5188-04BF-5E7A420BB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0D930FD-779F-7454-5193-BC6A9955B41B}"/>
              </a:ext>
            </a:extLst>
          </p:cNvPr>
          <p:cNvGrpSpPr>
            <a:grpSpLocks noChangeAspect="1"/>
          </p:cNvGrpSpPr>
          <p:nvPr/>
        </p:nvGrpSpPr>
        <p:grpSpPr>
          <a:xfrm>
            <a:off x="8218808" y="323993"/>
            <a:ext cx="604780" cy="318512"/>
            <a:chOff x="0" y="0"/>
            <a:chExt cx="604774" cy="3185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CC8645A-6A30-8497-BEBE-9B65CF2AA58D}"/>
                </a:ext>
              </a:extLst>
            </p:cNvPr>
            <p:cNvSpPr/>
            <p:nvPr/>
          </p:nvSpPr>
          <p:spPr>
            <a:xfrm>
              <a:off x="0" y="0"/>
              <a:ext cx="604774" cy="318516"/>
            </a:xfrm>
            <a:custGeom>
              <a:avLst/>
              <a:gdLst/>
              <a:ahLst/>
              <a:cxnLst/>
              <a:rect l="l" t="t" r="r" b="b"/>
              <a:pathLst>
                <a:path w="604774" h="318516">
                  <a:moveTo>
                    <a:pt x="0" y="0"/>
                  </a:moveTo>
                  <a:lnTo>
                    <a:pt x="0" y="57023"/>
                  </a:lnTo>
                  <a:lnTo>
                    <a:pt x="57023" y="57023"/>
                  </a:lnTo>
                  <a:lnTo>
                    <a:pt x="57023" y="318516"/>
                  </a:lnTo>
                  <a:lnTo>
                    <a:pt x="114300" y="318516"/>
                  </a:lnTo>
                  <a:lnTo>
                    <a:pt x="114300" y="57023"/>
                  </a:lnTo>
                  <a:lnTo>
                    <a:pt x="179578" y="57023"/>
                  </a:lnTo>
                  <a:lnTo>
                    <a:pt x="179578" y="318516"/>
                  </a:lnTo>
                  <a:lnTo>
                    <a:pt x="359283" y="318516"/>
                  </a:lnTo>
                  <a:lnTo>
                    <a:pt x="359283" y="57023"/>
                  </a:lnTo>
                  <a:lnTo>
                    <a:pt x="424815" y="57023"/>
                  </a:lnTo>
                  <a:lnTo>
                    <a:pt x="424815" y="318516"/>
                  </a:lnTo>
                  <a:lnTo>
                    <a:pt x="481965" y="318516"/>
                  </a:lnTo>
                  <a:lnTo>
                    <a:pt x="481965" y="57023"/>
                  </a:lnTo>
                  <a:lnTo>
                    <a:pt x="547624" y="57023"/>
                  </a:lnTo>
                  <a:lnTo>
                    <a:pt x="547624" y="318516"/>
                  </a:lnTo>
                  <a:lnTo>
                    <a:pt x="604774" y="318516"/>
                  </a:lnTo>
                  <a:lnTo>
                    <a:pt x="604774" y="0"/>
                  </a:lnTo>
                  <a:lnTo>
                    <a:pt x="302133" y="0"/>
                  </a:lnTo>
                  <a:lnTo>
                    <a:pt x="302133" y="261366"/>
                  </a:lnTo>
                  <a:lnTo>
                    <a:pt x="236855" y="261366"/>
                  </a:lnTo>
                  <a:lnTo>
                    <a:pt x="236855" y="0"/>
                  </a:lnTo>
                  <a:close/>
                </a:path>
              </a:pathLst>
            </a:custGeom>
            <a:solidFill>
              <a:srgbClr val="0065BD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4FAF77B9-CC61-A271-1217-08E86F9C91C1}"/>
              </a:ext>
            </a:extLst>
          </p:cNvPr>
          <p:cNvSpPr txBox="1"/>
          <p:nvPr/>
        </p:nvSpPr>
        <p:spPr>
          <a:xfrm>
            <a:off x="300957" y="643331"/>
            <a:ext cx="8221337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Arial"/>
                <a:ea typeface="Calibri"/>
                <a:cs typeface="Arial"/>
              </a:rPr>
              <a:t>Literature Review (Main Concepts &amp; Definitions Cont.)</a:t>
            </a:r>
          </a:p>
        </p:txBody>
      </p: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DB83D06C-E2C1-2D50-D2EC-ACA75D5EC64C}"/>
              </a:ext>
            </a:extLst>
          </p:cNvPr>
          <p:cNvCxnSpPr/>
          <p:nvPr/>
        </p:nvCxnSpPr>
        <p:spPr>
          <a:xfrm flipV="1">
            <a:off x="301125" y="1152016"/>
            <a:ext cx="8234347" cy="615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FE819FC-2527-F29F-EB34-B625393322A1}"/>
              </a:ext>
            </a:extLst>
          </p:cNvPr>
          <p:cNvSpPr txBox="1"/>
          <p:nvPr/>
        </p:nvSpPr>
        <p:spPr>
          <a:xfrm>
            <a:off x="298512" y="1283377"/>
            <a:ext cx="638304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sz="1400" err="1">
                <a:solidFill>
                  <a:schemeClr val="accent1"/>
                </a:solidFill>
                <a:ea typeface="+mn-lt"/>
                <a:cs typeface="+mn-lt"/>
              </a:rPr>
              <a:t>Why</a:t>
            </a:r>
            <a:r>
              <a:rPr lang="tr-TR" sz="1400">
                <a:solidFill>
                  <a:schemeClr val="accent1"/>
                </a:solidFill>
                <a:ea typeface="+mn-lt"/>
                <a:cs typeface="+mn-lt"/>
              </a:rPr>
              <a:t> </a:t>
            </a:r>
            <a:r>
              <a:rPr lang="tr-TR" sz="1400" err="1">
                <a:solidFill>
                  <a:schemeClr val="accent1"/>
                </a:solidFill>
                <a:ea typeface="+mn-lt"/>
                <a:cs typeface="+mn-lt"/>
              </a:rPr>
              <a:t>Absorptive</a:t>
            </a:r>
            <a:r>
              <a:rPr lang="tr-TR" sz="1400">
                <a:solidFill>
                  <a:schemeClr val="accent1"/>
                </a:solidFill>
                <a:ea typeface="+mn-lt"/>
                <a:cs typeface="+mn-lt"/>
              </a:rPr>
              <a:t> </a:t>
            </a:r>
            <a:r>
              <a:rPr lang="tr-TR" sz="1400" err="1">
                <a:solidFill>
                  <a:schemeClr val="accent1"/>
                </a:solidFill>
                <a:ea typeface="+mn-lt"/>
                <a:cs typeface="+mn-lt"/>
              </a:rPr>
              <a:t>Capacity</a:t>
            </a:r>
            <a:r>
              <a:rPr lang="tr-TR" sz="1400">
                <a:solidFill>
                  <a:schemeClr val="accent1"/>
                </a:solidFill>
                <a:ea typeface="+mn-lt"/>
                <a:cs typeface="+mn-lt"/>
              </a:rPr>
              <a:t> (ACAP) </a:t>
            </a:r>
            <a:r>
              <a:rPr lang="tr-TR" sz="1400" err="1">
                <a:solidFill>
                  <a:schemeClr val="accent1"/>
                </a:solidFill>
                <a:ea typeface="+mn-lt"/>
                <a:cs typeface="+mn-lt"/>
              </a:rPr>
              <a:t>Matters</a:t>
            </a:r>
            <a:r>
              <a:rPr lang="tr-TR" sz="1400">
                <a:solidFill>
                  <a:schemeClr val="accent1"/>
                </a:solidFill>
                <a:ea typeface="+mn-lt"/>
                <a:cs typeface="+mn-lt"/>
              </a:rPr>
              <a:t>?</a:t>
            </a:r>
            <a:endParaRPr lang="en-US" err="1">
              <a:solidFill>
                <a:schemeClr val="accent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2DCC50-F51B-238F-098B-8034912EC783}"/>
              </a:ext>
            </a:extLst>
          </p:cNvPr>
          <p:cNvSpPr txBox="1"/>
          <p:nvPr/>
        </p:nvSpPr>
        <p:spPr>
          <a:xfrm>
            <a:off x="298512" y="2099013"/>
            <a:ext cx="6216587" cy="12346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1" indent="-228600">
              <a:lnSpc>
                <a:spcPts val="2250"/>
              </a:lnSpc>
              <a:buFont typeface=""/>
              <a:buChar char="•"/>
            </a:pPr>
            <a:r>
              <a:rPr lang="en-US" sz="1400">
                <a:ea typeface="Calibri"/>
                <a:cs typeface="Calibri"/>
              </a:rPr>
              <a:t> Enhances </a:t>
            </a:r>
            <a:r>
              <a:rPr lang="en-US" sz="1400" b="1">
                <a:ea typeface="Calibri"/>
                <a:cs typeface="Calibri"/>
              </a:rPr>
              <a:t>performance directly</a:t>
            </a:r>
            <a:r>
              <a:rPr lang="en-US" sz="1400">
                <a:ea typeface="Calibri"/>
                <a:cs typeface="Calibri"/>
              </a:rPr>
              <a:t> and by </a:t>
            </a:r>
            <a:r>
              <a:rPr lang="en-US" sz="1400" b="1">
                <a:ea typeface="Calibri"/>
                <a:cs typeface="Calibri"/>
              </a:rPr>
              <a:t>strengthening strategic links</a:t>
            </a:r>
            <a:r>
              <a:rPr lang="en-US" sz="1400">
                <a:ea typeface="Calibri"/>
                <a:cs typeface="Calibri"/>
              </a:rPr>
              <a:t> </a:t>
            </a:r>
            <a:br>
              <a:rPr lang="en-US" sz="1400">
                <a:ea typeface="+mn-lt"/>
                <a:cs typeface="+mn-lt"/>
              </a:rPr>
            </a:br>
            <a:r>
              <a:rPr lang="en-US" sz="1400">
                <a:ea typeface="+mn-lt"/>
                <a:cs typeface="+mn-lt"/>
              </a:rPr>
              <a:t> ( entrepreneurial orientation → firm performance)</a:t>
            </a:r>
            <a:r>
              <a:rPr lang="en-US" sz="1400">
                <a:cs typeface="Calibri"/>
              </a:rPr>
              <a:t>  </a:t>
            </a:r>
            <a:r>
              <a:rPr lang="en-US" sz="1400" i="1">
                <a:cs typeface="Arial"/>
              </a:rPr>
              <a:t>(Alshahrani &amp; Salam, 2023;    Hughes et al., 2018)</a:t>
            </a:r>
            <a:r>
              <a:rPr lang="en-US" sz="1400">
                <a:cs typeface="Arial"/>
              </a:rPr>
              <a:t>​</a:t>
            </a:r>
            <a:endParaRPr lang="en-US" sz="1400">
              <a:ea typeface="Calibri"/>
              <a:cs typeface="Arial"/>
            </a:endParaRPr>
          </a:p>
          <a:p>
            <a:pPr>
              <a:lnSpc>
                <a:spcPts val="2250"/>
              </a:lnSpc>
            </a:pPr>
            <a:endParaRPr lang="en-US" sz="1400" i="1">
              <a:ea typeface="Calibri"/>
              <a:cs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10B5A2-1EB4-787C-5861-EB3A678D48A5}"/>
              </a:ext>
            </a:extLst>
          </p:cNvPr>
          <p:cNvSpPr txBox="1"/>
          <p:nvPr/>
        </p:nvSpPr>
        <p:spPr>
          <a:xfrm>
            <a:off x="298513" y="3058913"/>
            <a:ext cx="6094519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1400"/>
              <a:t>Acts as a </a:t>
            </a:r>
            <a:r>
              <a:rPr lang="en-US" sz="1400" b="1"/>
              <a:t>bridge from learning orientation to innovation</a:t>
            </a:r>
            <a:r>
              <a:rPr lang="en-US" sz="1400"/>
              <a:t> and performance (Alegre &amp; Chiva, 2013).</a:t>
            </a:r>
            <a:endParaRPr lang="en-US" sz="1400">
              <a:ea typeface="Calibri"/>
              <a:cs typeface="Calibri"/>
            </a:endParaRPr>
          </a:p>
          <a:p>
            <a:pPr algn="just"/>
            <a:endParaRPr lang="en-US" sz="1400">
              <a:ea typeface="Calibri"/>
              <a:cs typeface="Calibri"/>
            </a:endParaRPr>
          </a:p>
          <a:p>
            <a:pPr marL="228600" indent="-228600" algn="just">
              <a:buFont typeface="Arial"/>
              <a:buChar char="•"/>
            </a:pPr>
            <a:r>
              <a:rPr lang="en-US" sz="1400"/>
              <a:t>The relationship is </a:t>
            </a:r>
            <a:r>
              <a:rPr lang="en-US" sz="1400" b="1"/>
              <a:t>non-linear</a:t>
            </a:r>
            <a:r>
              <a:rPr lang="en-US" sz="1400"/>
              <a:t> — too much ACAP can reduce benefits (Wales et  al.,  2013).</a:t>
            </a:r>
            <a:endParaRPr lang="en-US" sz="1400">
              <a:ea typeface="Calibri"/>
              <a:cs typeface="Calibri"/>
            </a:endParaRPr>
          </a:p>
          <a:p>
            <a:pPr algn="just"/>
            <a:endParaRPr lang="en-US" sz="1400">
              <a:ea typeface="Calibri"/>
              <a:cs typeface="Calibri"/>
            </a:endParaRPr>
          </a:p>
          <a:p>
            <a:pPr marL="228600" indent="-228600" algn="just">
              <a:buFont typeface="Arial"/>
              <a:buChar char="•"/>
            </a:pPr>
            <a:r>
              <a:rPr lang="en-US" sz="1400"/>
              <a:t>ACAP’s impact </a:t>
            </a:r>
            <a:r>
              <a:rPr lang="en-US" sz="1400" b="1"/>
              <a:t>varies by country and context</a:t>
            </a:r>
            <a:r>
              <a:rPr lang="en-US" sz="1400"/>
              <a:t> (e.g., Malaysia, China) due to environmental and cultural differences.</a:t>
            </a:r>
            <a:endParaRPr lang="en-US" sz="1400">
              <a:ea typeface="Calibri"/>
              <a:cs typeface="Calibri"/>
            </a:endParaRPr>
          </a:p>
        </p:txBody>
      </p:sp>
      <p:pic>
        <p:nvPicPr>
          <p:cNvPr id="26" name="Picture 25" descr="A diagram of a learning process&#10;&#10;AI-generated content may be incorrect.">
            <a:extLst>
              <a:ext uri="{FF2B5EF4-FFF2-40B4-BE49-F238E27FC236}">
                <a16:creationId xmlns:a16="http://schemas.microsoft.com/office/drawing/2014/main" id="{997DDB53-8430-5C73-19A1-7D37951C4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7481" y="1858762"/>
            <a:ext cx="2061995" cy="28131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DCF09B-148E-D6E9-7692-01412C1FC315}"/>
              </a:ext>
            </a:extLst>
          </p:cNvPr>
          <p:cNvSpPr txBox="1"/>
          <p:nvPr/>
        </p:nvSpPr>
        <p:spPr>
          <a:xfrm>
            <a:off x="409483" y="1594096"/>
            <a:ext cx="637194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/>
              <a:t>ACAP is Vital for SMEs</a:t>
            </a:r>
            <a:r>
              <a:rPr lang="en-US" sz="1400"/>
              <a:t> due to limited internal resources​ </a:t>
            </a:r>
            <a:r>
              <a:rPr lang="en-US" sz="1400" i="1"/>
              <a:t>(Flatten et al., 2011; Hernández-Linares et al., 2021)</a:t>
            </a:r>
            <a:r>
              <a:rPr lang="en-US" sz="1400"/>
              <a:t>​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27B894-9293-4F60-B6BE-0ED996024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9D7E3EBC-CFD7-EDBB-B363-EBB2148C6E91}"/>
              </a:ext>
            </a:extLst>
          </p:cNvPr>
          <p:cNvSpPr txBox="1"/>
          <p:nvPr/>
        </p:nvSpPr>
        <p:spPr>
          <a:xfrm>
            <a:off x="8802477" y="4890564"/>
            <a:ext cx="159144" cy="154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Arial"/>
                <a:cs typeface="Arial"/>
              </a:rPr>
              <a:t>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453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8BFEC-8381-A9E5-4B47-10B216D4A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090FAC5-003F-B9F9-175D-EA3B611190A1}"/>
              </a:ext>
            </a:extLst>
          </p:cNvPr>
          <p:cNvGrpSpPr>
            <a:grpSpLocks noChangeAspect="1"/>
          </p:cNvGrpSpPr>
          <p:nvPr/>
        </p:nvGrpSpPr>
        <p:grpSpPr>
          <a:xfrm>
            <a:off x="8218808" y="323993"/>
            <a:ext cx="604780" cy="318512"/>
            <a:chOff x="0" y="0"/>
            <a:chExt cx="604774" cy="3185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B2412C6-98A3-EEEB-011E-AD9C6A942195}"/>
                </a:ext>
              </a:extLst>
            </p:cNvPr>
            <p:cNvSpPr/>
            <p:nvPr/>
          </p:nvSpPr>
          <p:spPr>
            <a:xfrm>
              <a:off x="0" y="0"/>
              <a:ext cx="604774" cy="318516"/>
            </a:xfrm>
            <a:custGeom>
              <a:avLst/>
              <a:gdLst/>
              <a:ahLst/>
              <a:cxnLst/>
              <a:rect l="l" t="t" r="r" b="b"/>
              <a:pathLst>
                <a:path w="604774" h="318516">
                  <a:moveTo>
                    <a:pt x="0" y="0"/>
                  </a:moveTo>
                  <a:lnTo>
                    <a:pt x="0" y="57023"/>
                  </a:lnTo>
                  <a:lnTo>
                    <a:pt x="57023" y="57023"/>
                  </a:lnTo>
                  <a:lnTo>
                    <a:pt x="57023" y="318516"/>
                  </a:lnTo>
                  <a:lnTo>
                    <a:pt x="114300" y="318516"/>
                  </a:lnTo>
                  <a:lnTo>
                    <a:pt x="114300" y="57023"/>
                  </a:lnTo>
                  <a:lnTo>
                    <a:pt x="179578" y="57023"/>
                  </a:lnTo>
                  <a:lnTo>
                    <a:pt x="179578" y="318516"/>
                  </a:lnTo>
                  <a:lnTo>
                    <a:pt x="359283" y="318516"/>
                  </a:lnTo>
                  <a:lnTo>
                    <a:pt x="359283" y="57023"/>
                  </a:lnTo>
                  <a:lnTo>
                    <a:pt x="424815" y="57023"/>
                  </a:lnTo>
                  <a:lnTo>
                    <a:pt x="424815" y="318516"/>
                  </a:lnTo>
                  <a:lnTo>
                    <a:pt x="481965" y="318516"/>
                  </a:lnTo>
                  <a:lnTo>
                    <a:pt x="481965" y="57023"/>
                  </a:lnTo>
                  <a:lnTo>
                    <a:pt x="547624" y="57023"/>
                  </a:lnTo>
                  <a:lnTo>
                    <a:pt x="547624" y="318516"/>
                  </a:lnTo>
                  <a:lnTo>
                    <a:pt x="604774" y="318516"/>
                  </a:lnTo>
                  <a:lnTo>
                    <a:pt x="604774" y="0"/>
                  </a:lnTo>
                  <a:lnTo>
                    <a:pt x="302133" y="0"/>
                  </a:lnTo>
                  <a:lnTo>
                    <a:pt x="302133" y="261366"/>
                  </a:lnTo>
                  <a:lnTo>
                    <a:pt x="236855" y="261366"/>
                  </a:lnTo>
                  <a:lnTo>
                    <a:pt x="236855" y="0"/>
                  </a:lnTo>
                  <a:close/>
                </a:path>
              </a:pathLst>
            </a:custGeom>
            <a:solidFill>
              <a:srgbClr val="0065BD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4390318A-DBE1-5F1A-B817-FCC6B5AEF7F8}"/>
              </a:ext>
            </a:extLst>
          </p:cNvPr>
          <p:cNvSpPr/>
          <p:nvPr/>
        </p:nvSpPr>
        <p:spPr>
          <a:xfrm>
            <a:off x="8347586" y="4806210"/>
            <a:ext cx="575234" cy="268938"/>
          </a:xfrm>
          <a:custGeom>
            <a:avLst/>
            <a:gdLst/>
            <a:ahLst/>
            <a:cxnLst/>
            <a:rect l="l" t="t" r="r" b="b"/>
            <a:pathLst>
              <a:path w="575234" h="268938">
                <a:moveTo>
                  <a:pt x="0" y="0"/>
                </a:moveTo>
                <a:lnTo>
                  <a:pt x="575234" y="0"/>
                </a:lnTo>
                <a:lnTo>
                  <a:pt x="575234" y="268939"/>
                </a:lnTo>
                <a:lnTo>
                  <a:pt x="0" y="2689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C0C6E45-4584-DF9D-C8A0-78746CC46955}"/>
              </a:ext>
            </a:extLst>
          </p:cNvPr>
          <p:cNvSpPr txBox="1"/>
          <p:nvPr/>
        </p:nvSpPr>
        <p:spPr>
          <a:xfrm>
            <a:off x="1322784" y="1196740"/>
            <a:ext cx="89887" cy="45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4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312A01A8-57B5-E86A-EFEB-C669715FD00A}"/>
              </a:ext>
            </a:extLst>
          </p:cNvPr>
          <p:cNvCxnSpPr/>
          <p:nvPr/>
        </p:nvCxnSpPr>
        <p:spPr>
          <a:xfrm>
            <a:off x="301125" y="1158175"/>
            <a:ext cx="8223250" cy="1048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6">
            <a:extLst>
              <a:ext uri="{FF2B5EF4-FFF2-40B4-BE49-F238E27FC236}">
                <a16:creationId xmlns:a16="http://schemas.microsoft.com/office/drawing/2014/main" id="{6049CB97-8854-C3DA-5239-57113CA2D655}"/>
              </a:ext>
            </a:extLst>
          </p:cNvPr>
          <p:cNvSpPr txBox="1"/>
          <p:nvPr/>
        </p:nvSpPr>
        <p:spPr>
          <a:xfrm>
            <a:off x="317602" y="643331"/>
            <a:ext cx="8204692" cy="1133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Arial"/>
                <a:ea typeface="Calibri"/>
                <a:cs typeface="Arial"/>
              </a:rPr>
              <a:t>Hypothesis Development &amp; Research Questions</a:t>
            </a:r>
            <a:endParaRPr lang="tr-TR"/>
          </a:p>
          <a:p>
            <a:pPr>
              <a:lnSpc>
                <a:spcPts val="3081"/>
              </a:lnSpc>
            </a:pPr>
            <a:endParaRPr lang="en-US" sz="235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latin typeface="Arial"/>
              <a:cs typeface="Arial"/>
            </a:endParaRPr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A1F835D9-1638-A9FD-9754-DB0E1168743E}"/>
              </a:ext>
            </a:extLst>
          </p:cNvPr>
          <p:cNvSpPr txBox="1"/>
          <p:nvPr/>
        </p:nvSpPr>
        <p:spPr>
          <a:xfrm>
            <a:off x="299768" y="1421201"/>
            <a:ext cx="8220972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accent1"/>
                </a:solidFill>
                <a:ea typeface="+mn-lt"/>
                <a:cs typeface="+mn-lt"/>
              </a:rPr>
              <a:t>The Direct Impact of Absorptive Capacity on SME Performance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br>
              <a:rPr lang="en-US" sz="1400"/>
            </a:br>
            <a:r>
              <a:rPr lang="en-US" sz="1400"/>
              <a:t>ACAP enables SMEs to translate knowledge into innovation, strategic action, and growth — supported by Alegre &amp; Chiva (2013), Ali et al. (2020), Altinay et al. (2016)</a:t>
            </a:r>
            <a:endParaRPr lang="en-US">
              <a:ea typeface="Calibri"/>
              <a:cs typeface="Calibri"/>
            </a:endParaRPr>
          </a:p>
          <a:p>
            <a:endParaRPr lang="en-US" sz="140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sz="1400" b="1">
                <a:solidFill>
                  <a:srgbClr val="4F81BD"/>
                </a:solidFill>
                <a:ea typeface="Calibri"/>
                <a:cs typeface="Calibri"/>
              </a:rPr>
              <a:t>  H1:</a:t>
            </a:r>
            <a:r>
              <a:rPr lang="en-US" sz="1400">
                <a:ea typeface="Calibri"/>
                <a:cs typeface="Calibri"/>
              </a:rPr>
              <a:t> Absorptive capacity is positively associated with SME performance.</a:t>
            </a:r>
          </a:p>
          <a:p>
            <a:endParaRPr lang="en-US" sz="1400">
              <a:ea typeface="Calibri"/>
              <a:cs typeface="Calibri"/>
            </a:endParaRPr>
          </a:p>
        </p:txBody>
      </p:sp>
      <p:pic>
        <p:nvPicPr>
          <p:cNvPr id="24" name="Resim 23" descr="metin, kırpıntı çizim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8554E2B-6C97-7EAD-CD11-85A9117D34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7" t="16541" r="-117" b="24319"/>
          <a:stretch>
            <a:fillRect/>
          </a:stretch>
        </p:blipFill>
        <p:spPr>
          <a:xfrm>
            <a:off x="2121960" y="3017358"/>
            <a:ext cx="4593571" cy="179197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001B4B-16C4-5917-A270-9A7C51048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723633CB-7B56-6FAD-3AEE-11BEFA0F0396}"/>
              </a:ext>
            </a:extLst>
          </p:cNvPr>
          <p:cNvSpPr txBox="1"/>
          <p:nvPr/>
        </p:nvSpPr>
        <p:spPr>
          <a:xfrm>
            <a:off x="8802477" y="4890564"/>
            <a:ext cx="159144" cy="154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Arial"/>
                <a:cs typeface="Arial"/>
              </a:rPr>
              <a:t>10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81522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7872E-F60D-27FE-5963-6BC3E2C65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22CB1C2-29CA-406A-91A8-A0FDBEDEF14D}"/>
              </a:ext>
            </a:extLst>
          </p:cNvPr>
          <p:cNvGrpSpPr>
            <a:grpSpLocks noChangeAspect="1"/>
          </p:cNvGrpSpPr>
          <p:nvPr/>
        </p:nvGrpSpPr>
        <p:grpSpPr>
          <a:xfrm>
            <a:off x="8218808" y="323993"/>
            <a:ext cx="604780" cy="318512"/>
            <a:chOff x="0" y="0"/>
            <a:chExt cx="604774" cy="3185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4930E9E-42EB-BB79-B750-E3684BB7FBF1}"/>
                </a:ext>
              </a:extLst>
            </p:cNvPr>
            <p:cNvSpPr/>
            <p:nvPr/>
          </p:nvSpPr>
          <p:spPr>
            <a:xfrm>
              <a:off x="0" y="0"/>
              <a:ext cx="604774" cy="318516"/>
            </a:xfrm>
            <a:custGeom>
              <a:avLst/>
              <a:gdLst/>
              <a:ahLst/>
              <a:cxnLst/>
              <a:rect l="l" t="t" r="r" b="b"/>
              <a:pathLst>
                <a:path w="604774" h="318516">
                  <a:moveTo>
                    <a:pt x="0" y="0"/>
                  </a:moveTo>
                  <a:lnTo>
                    <a:pt x="0" y="57023"/>
                  </a:lnTo>
                  <a:lnTo>
                    <a:pt x="57023" y="57023"/>
                  </a:lnTo>
                  <a:lnTo>
                    <a:pt x="57023" y="318516"/>
                  </a:lnTo>
                  <a:lnTo>
                    <a:pt x="114300" y="318516"/>
                  </a:lnTo>
                  <a:lnTo>
                    <a:pt x="114300" y="57023"/>
                  </a:lnTo>
                  <a:lnTo>
                    <a:pt x="179578" y="57023"/>
                  </a:lnTo>
                  <a:lnTo>
                    <a:pt x="179578" y="318516"/>
                  </a:lnTo>
                  <a:lnTo>
                    <a:pt x="359283" y="318516"/>
                  </a:lnTo>
                  <a:lnTo>
                    <a:pt x="359283" y="57023"/>
                  </a:lnTo>
                  <a:lnTo>
                    <a:pt x="424815" y="57023"/>
                  </a:lnTo>
                  <a:lnTo>
                    <a:pt x="424815" y="318516"/>
                  </a:lnTo>
                  <a:lnTo>
                    <a:pt x="481965" y="318516"/>
                  </a:lnTo>
                  <a:lnTo>
                    <a:pt x="481965" y="57023"/>
                  </a:lnTo>
                  <a:lnTo>
                    <a:pt x="547624" y="57023"/>
                  </a:lnTo>
                  <a:lnTo>
                    <a:pt x="547624" y="318516"/>
                  </a:lnTo>
                  <a:lnTo>
                    <a:pt x="604774" y="318516"/>
                  </a:lnTo>
                  <a:lnTo>
                    <a:pt x="604774" y="0"/>
                  </a:lnTo>
                  <a:lnTo>
                    <a:pt x="302133" y="0"/>
                  </a:lnTo>
                  <a:lnTo>
                    <a:pt x="302133" y="261366"/>
                  </a:lnTo>
                  <a:lnTo>
                    <a:pt x="236855" y="261366"/>
                  </a:lnTo>
                  <a:lnTo>
                    <a:pt x="236855" y="0"/>
                  </a:lnTo>
                  <a:close/>
                </a:path>
              </a:pathLst>
            </a:custGeom>
            <a:solidFill>
              <a:srgbClr val="0065BD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90C2CED1-11D7-4A26-F8E5-66E9D813B7B4}"/>
              </a:ext>
            </a:extLst>
          </p:cNvPr>
          <p:cNvSpPr/>
          <p:nvPr/>
        </p:nvSpPr>
        <p:spPr>
          <a:xfrm>
            <a:off x="8347586" y="4806210"/>
            <a:ext cx="575234" cy="268938"/>
          </a:xfrm>
          <a:custGeom>
            <a:avLst/>
            <a:gdLst/>
            <a:ahLst/>
            <a:cxnLst/>
            <a:rect l="l" t="t" r="r" b="b"/>
            <a:pathLst>
              <a:path w="575234" h="268938">
                <a:moveTo>
                  <a:pt x="0" y="0"/>
                </a:moveTo>
                <a:lnTo>
                  <a:pt x="575234" y="0"/>
                </a:lnTo>
                <a:lnTo>
                  <a:pt x="575234" y="268939"/>
                </a:lnTo>
                <a:lnTo>
                  <a:pt x="0" y="2689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3B5BA41-1DAE-93E0-E3FD-8FDF2D0035A6}"/>
              </a:ext>
            </a:extLst>
          </p:cNvPr>
          <p:cNvSpPr txBox="1"/>
          <p:nvPr/>
        </p:nvSpPr>
        <p:spPr>
          <a:xfrm>
            <a:off x="1322784" y="1196740"/>
            <a:ext cx="89887" cy="45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4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5E05A11E-F750-AD41-C906-21C18530AA81}"/>
              </a:ext>
            </a:extLst>
          </p:cNvPr>
          <p:cNvCxnSpPr/>
          <p:nvPr/>
        </p:nvCxnSpPr>
        <p:spPr>
          <a:xfrm>
            <a:off x="301125" y="1158175"/>
            <a:ext cx="8223250" cy="1048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6">
            <a:extLst>
              <a:ext uri="{FF2B5EF4-FFF2-40B4-BE49-F238E27FC236}">
                <a16:creationId xmlns:a16="http://schemas.microsoft.com/office/drawing/2014/main" id="{DC9A5913-559D-C539-9ABF-DCD2EB02299A}"/>
              </a:ext>
            </a:extLst>
          </p:cNvPr>
          <p:cNvSpPr txBox="1"/>
          <p:nvPr/>
        </p:nvSpPr>
        <p:spPr>
          <a:xfrm>
            <a:off x="317602" y="643331"/>
            <a:ext cx="8204692" cy="1502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Arial"/>
                <a:ea typeface="Calibri"/>
                <a:cs typeface="Arial"/>
              </a:rPr>
              <a:t>Hypothesis Development &amp; Research Questions</a:t>
            </a:r>
          </a:p>
          <a:p>
            <a:endParaRPr lang="en-US" sz="2400">
              <a:latin typeface="Arial"/>
              <a:ea typeface="Calibri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latin typeface="Arial"/>
              <a:cs typeface="Arial"/>
            </a:endParaRPr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3AC1E060-8671-B75E-4A49-9E7050ABA86D}"/>
              </a:ext>
            </a:extLst>
          </p:cNvPr>
          <p:cNvSpPr txBox="1"/>
          <p:nvPr/>
        </p:nvSpPr>
        <p:spPr>
          <a:xfrm>
            <a:off x="321333" y="1545207"/>
            <a:ext cx="8210189" cy="14157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accent1"/>
                </a:solidFill>
                <a:ea typeface="+mn-lt"/>
                <a:cs typeface="+mn-lt"/>
              </a:rPr>
              <a:t>Time as a Moderator of the ACAP–Performance Link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br>
              <a:rPr lang="en-US" sz="1400"/>
            </a:br>
            <a:r>
              <a:rPr lang="en-US" sz="1400"/>
              <a:t>ACAP matures and institutionalizes over time. Later studies show a </a:t>
            </a:r>
            <a:r>
              <a:rPr lang="en-US" sz="1400" b="1"/>
              <a:t>stronger effect</a:t>
            </a:r>
            <a:r>
              <a:rPr lang="en-US" sz="1400"/>
              <a:t> due to learning curves.</a:t>
            </a:r>
            <a:endParaRPr lang="en-US">
              <a:ea typeface="Calibri"/>
              <a:cs typeface="Calibri"/>
            </a:endParaRPr>
          </a:p>
          <a:p>
            <a:endParaRPr lang="en-US" sz="140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sz="1400" b="1">
                <a:solidFill>
                  <a:srgbClr val="4F81BD"/>
                </a:solidFill>
                <a:ea typeface="Calibri"/>
                <a:cs typeface="Calibri"/>
              </a:rPr>
              <a:t>  H2:</a:t>
            </a:r>
            <a:r>
              <a:rPr lang="en-US" sz="1400">
                <a:solidFill>
                  <a:srgbClr val="4F81BD"/>
                </a:solidFill>
                <a:ea typeface="Calibri"/>
                <a:cs typeface="Calibri"/>
              </a:rPr>
              <a:t> </a:t>
            </a:r>
            <a:r>
              <a:rPr lang="en-US" sz="1400">
                <a:ea typeface="Calibri"/>
                <a:cs typeface="Calibri"/>
              </a:rPr>
              <a:t>The strength of the relationship increases over time.</a:t>
            </a:r>
          </a:p>
          <a:p>
            <a:endParaRPr lang="en-US" sz="1400">
              <a:ea typeface="Calibri"/>
              <a:cs typeface="Calibri"/>
            </a:endParaRPr>
          </a:p>
        </p:txBody>
      </p:sp>
      <p:sp>
        <p:nvSpPr>
          <p:cNvPr id="21" name="Metin kutusu 20">
            <a:extLst>
              <a:ext uri="{FF2B5EF4-FFF2-40B4-BE49-F238E27FC236}">
                <a16:creationId xmlns:a16="http://schemas.microsoft.com/office/drawing/2014/main" id="{B3F98089-C168-6723-15A3-F491F26C4E4D}"/>
              </a:ext>
            </a:extLst>
          </p:cNvPr>
          <p:cNvSpPr txBox="1"/>
          <p:nvPr/>
        </p:nvSpPr>
        <p:spPr>
          <a:xfrm>
            <a:off x="321334" y="2990131"/>
            <a:ext cx="5239467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chemeClr val="accent1"/>
                </a:solidFill>
                <a:ea typeface="+mn-lt"/>
                <a:cs typeface="+mn-lt"/>
              </a:rPr>
              <a:t>The Moderating Role of Cultural Uncertainty Avoidance</a:t>
            </a:r>
            <a:endParaRPr lang="tr-TR" sz="1400">
              <a:solidFill>
                <a:schemeClr val="accent1"/>
              </a:solidFill>
              <a:ea typeface="Calibri"/>
              <a:cs typeface="Calibri"/>
            </a:endParaRPr>
          </a:p>
          <a:p>
            <a:endParaRPr lang="en-US" sz="1400">
              <a:solidFill>
                <a:srgbClr val="4F81BD"/>
              </a:solidFill>
            </a:endParaRPr>
          </a:p>
          <a:p>
            <a:r>
              <a:rPr lang="en-US" sz="1400"/>
              <a:t>Cultural values shape firms' openness to change.</a:t>
            </a:r>
            <a:endParaRPr lang="en-US"/>
          </a:p>
          <a:p>
            <a:endParaRPr lang="en-US" sz="140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sz="1400" b="1">
                <a:solidFill>
                  <a:srgbClr val="4F81BD"/>
                </a:solidFill>
                <a:ea typeface="Calibri"/>
                <a:cs typeface="Calibri"/>
              </a:rPr>
              <a:t>  H3:</a:t>
            </a:r>
            <a:r>
              <a:rPr lang="en-US" sz="1400">
                <a:ea typeface="Calibri"/>
                <a:cs typeface="Calibri"/>
              </a:rPr>
              <a:t> The relationship is weaker in countries with high uncertainty avoidance.</a:t>
            </a:r>
          </a:p>
          <a:p>
            <a:br>
              <a:rPr lang="en-US" sz="1400"/>
            </a:br>
            <a:endParaRPr lang="en-US" sz="1400">
              <a:ea typeface="Calibri"/>
              <a:cs typeface="Calibri"/>
            </a:endParaRPr>
          </a:p>
        </p:txBody>
      </p:sp>
      <p:pic>
        <p:nvPicPr>
          <p:cNvPr id="5" name="Resim 4" descr="metin, ekran görüntüsü, yazı tipi, simge, sembo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B56BA2B-D36F-B4F2-07BA-26AD100D86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706" b="25614"/>
          <a:stretch>
            <a:fillRect/>
          </a:stretch>
        </p:blipFill>
        <p:spPr>
          <a:xfrm>
            <a:off x="5862592" y="2955716"/>
            <a:ext cx="2356091" cy="129202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6F8FB-E56B-D893-A03B-2D7E53595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CD807228-AEC6-3E0C-8D68-E5EEA0682A8A}"/>
              </a:ext>
            </a:extLst>
          </p:cNvPr>
          <p:cNvSpPr txBox="1"/>
          <p:nvPr/>
        </p:nvSpPr>
        <p:spPr>
          <a:xfrm>
            <a:off x="8802477" y="4890564"/>
            <a:ext cx="159144" cy="154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Arial"/>
                <a:cs typeface="Arial"/>
              </a:rPr>
              <a:t>11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810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54E79-6461-42C1-A658-2D08931DF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 descr="harita, metin, atlas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0092D24-CB4F-1D3B-6CFD-6D59724856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01" r="103" b="5523"/>
          <a:stretch>
            <a:fillRect/>
          </a:stretch>
        </p:blipFill>
        <p:spPr>
          <a:xfrm>
            <a:off x="5564701" y="2341794"/>
            <a:ext cx="2961766" cy="23647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AA7BCD36-2EB8-32DC-E7F4-1036F64B3D8C}"/>
              </a:ext>
            </a:extLst>
          </p:cNvPr>
          <p:cNvGrpSpPr>
            <a:grpSpLocks noChangeAspect="1"/>
          </p:cNvGrpSpPr>
          <p:nvPr/>
        </p:nvGrpSpPr>
        <p:grpSpPr>
          <a:xfrm>
            <a:off x="8218808" y="323993"/>
            <a:ext cx="604780" cy="318512"/>
            <a:chOff x="0" y="0"/>
            <a:chExt cx="604774" cy="3185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146B19A-4343-1968-030A-2BA47F2CDC7A}"/>
                </a:ext>
              </a:extLst>
            </p:cNvPr>
            <p:cNvSpPr/>
            <p:nvPr/>
          </p:nvSpPr>
          <p:spPr>
            <a:xfrm>
              <a:off x="0" y="0"/>
              <a:ext cx="604774" cy="318516"/>
            </a:xfrm>
            <a:custGeom>
              <a:avLst/>
              <a:gdLst/>
              <a:ahLst/>
              <a:cxnLst/>
              <a:rect l="l" t="t" r="r" b="b"/>
              <a:pathLst>
                <a:path w="604774" h="318516">
                  <a:moveTo>
                    <a:pt x="0" y="0"/>
                  </a:moveTo>
                  <a:lnTo>
                    <a:pt x="0" y="57023"/>
                  </a:lnTo>
                  <a:lnTo>
                    <a:pt x="57023" y="57023"/>
                  </a:lnTo>
                  <a:lnTo>
                    <a:pt x="57023" y="318516"/>
                  </a:lnTo>
                  <a:lnTo>
                    <a:pt x="114300" y="318516"/>
                  </a:lnTo>
                  <a:lnTo>
                    <a:pt x="114300" y="57023"/>
                  </a:lnTo>
                  <a:lnTo>
                    <a:pt x="179578" y="57023"/>
                  </a:lnTo>
                  <a:lnTo>
                    <a:pt x="179578" y="318516"/>
                  </a:lnTo>
                  <a:lnTo>
                    <a:pt x="359283" y="318516"/>
                  </a:lnTo>
                  <a:lnTo>
                    <a:pt x="359283" y="57023"/>
                  </a:lnTo>
                  <a:lnTo>
                    <a:pt x="424815" y="57023"/>
                  </a:lnTo>
                  <a:lnTo>
                    <a:pt x="424815" y="318516"/>
                  </a:lnTo>
                  <a:lnTo>
                    <a:pt x="481965" y="318516"/>
                  </a:lnTo>
                  <a:lnTo>
                    <a:pt x="481965" y="57023"/>
                  </a:lnTo>
                  <a:lnTo>
                    <a:pt x="547624" y="57023"/>
                  </a:lnTo>
                  <a:lnTo>
                    <a:pt x="547624" y="318516"/>
                  </a:lnTo>
                  <a:lnTo>
                    <a:pt x="604774" y="318516"/>
                  </a:lnTo>
                  <a:lnTo>
                    <a:pt x="604774" y="0"/>
                  </a:lnTo>
                  <a:lnTo>
                    <a:pt x="302133" y="0"/>
                  </a:lnTo>
                  <a:lnTo>
                    <a:pt x="302133" y="261366"/>
                  </a:lnTo>
                  <a:lnTo>
                    <a:pt x="236855" y="261366"/>
                  </a:lnTo>
                  <a:lnTo>
                    <a:pt x="236855" y="0"/>
                  </a:lnTo>
                  <a:close/>
                </a:path>
              </a:pathLst>
            </a:custGeom>
            <a:solidFill>
              <a:srgbClr val="0065BD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C37C8868-6F07-FC7F-724C-4C637D5DCBD6}"/>
              </a:ext>
            </a:extLst>
          </p:cNvPr>
          <p:cNvSpPr txBox="1"/>
          <p:nvPr/>
        </p:nvSpPr>
        <p:spPr>
          <a:xfrm>
            <a:off x="1322784" y="1196740"/>
            <a:ext cx="89887" cy="379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4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2D813E44-DDC2-6A98-EB66-95594C5AA3C2}"/>
              </a:ext>
            </a:extLst>
          </p:cNvPr>
          <p:cNvCxnSpPr/>
          <p:nvPr/>
        </p:nvCxnSpPr>
        <p:spPr>
          <a:xfrm>
            <a:off x="301125" y="1158175"/>
            <a:ext cx="8223250" cy="1048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6">
            <a:extLst>
              <a:ext uri="{FF2B5EF4-FFF2-40B4-BE49-F238E27FC236}">
                <a16:creationId xmlns:a16="http://schemas.microsoft.com/office/drawing/2014/main" id="{A089CA04-F28D-C868-CB68-64A5B1B8BFA0}"/>
              </a:ext>
            </a:extLst>
          </p:cNvPr>
          <p:cNvSpPr txBox="1"/>
          <p:nvPr/>
        </p:nvSpPr>
        <p:spPr>
          <a:xfrm>
            <a:off x="317602" y="643331"/>
            <a:ext cx="8204692" cy="1502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Arial"/>
                <a:ea typeface="Calibri"/>
                <a:cs typeface="Arial"/>
              </a:rPr>
              <a:t>Hypothesis Development &amp; Research Questions</a:t>
            </a:r>
          </a:p>
          <a:p>
            <a:endParaRPr lang="en-US" sz="2400">
              <a:latin typeface="Arial"/>
              <a:ea typeface="Calibri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latin typeface="Arial"/>
              <a:cs typeface="Arial"/>
            </a:endParaRPr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624ACC5C-04D0-FE74-1927-B6B10A92EF6E}"/>
              </a:ext>
            </a:extLst>
          </p:cNvPr>
          <p:cNvSpPr txBox="1"/>
          <p:nvPr/>
        </p:nvSpPr>
        <p:spPr>
          <a:xfrm>
            <a:off x="321333" y="1545207"/>
            <a:ext cx="8210189" cy="14157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4F81BD"/>
                </a:solidFill>
                <a:ea typeface="+mn-lt"/>
                <a:cs typeface="+mn-lt"/>
              </a:rPr>
              <a:t>Regional Moderation of the ACAP–Performance Relationship</a:t>
            </a:r>
          </a:p>
          <a:p>
            <a:br>
              <a:rPr lang="en-US" sz="1400"/>
            </a:br>
            <a:r>
              <a:rPr lang="en-US" sz="1400">
                <a:ea typeface="+mn-lt"/>
                <a:cs typeface="+mn-lt"/>
              </a:rPr>
              <a:t>Asian vs. European firms show </a:t>
            </a:r>
            <a:r>
              <a:rPr lang="en-US" sz="1400" b="1">
                <a:ea typeface="+mn-lt"/>
                <a:cs typeface="+mn-lt"/>
              </a:rPr>
              <a:t>structural and cultural variation</a:t>
            </a:r>
            <a:r>
              <a:rPr lang="en-US" sz="1400">
                <a:ea typeface="+mn-lt"/>
                <a:cs typeface="+mn-lt"/>
              </a:rPr>
              <a:t> in knowledge use and innovation.</a:t>
            </a:r>
            <a:endParaRPr lang="en-US">
              <a:ea typeface="Calibri"/>
              <a:cs typeface="Calibri"/>
            </a:endParaRPr>
          </a:p>
          <a:p>
            <a:endParaRPr lang="en-US" sz="140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sz="1400" b="1">
                <a:solidFill>
                  <a:srgbClr val="4F81BD"/>
                </a:solidFill>
                <a:ea typeface="Calibri"/>
                <a:cs typeface="Calibri"/>
              </a:rPr>
              <a:t>  </a:t>
            </a:r>
            <a:r>
              <a:rPr lang="en-US" sz="1400" b="1">
                <a:solidFill>
                  <a:schemeClr val="accent1"/>
                </a:solidFill>
                <a:ea typeface="Calibri"/>
                <a:cs typeface="Calibri"/>
              </a:rPr>
              <a:t>RQ1</a:t>
            </a:r>
            <a:r>
              <a:rPr lang="en-US" sz="1400" b="1">
                <a:solidFill>
                  <a:schemeClr val="accent1"/>
                </a:solidFill>
                <a:ea typeface="+mn-lt"/>
                <a:cs typeface="+mn-lt"/>
              </a:rPr>
              <a:t>:</a:t>
            </a:r>
            <a:r>
              <a:rPr lang="en-US" sz="1400">
                <a:ea typeface="+mn-lt"/>
                <a:cs typeface="+mn-lt"/>
              </a:rPr>
              <a:t> Does the effect differ across world regions?</a:t>
            </a:r>
          </a:p>
          <a:p>
            <a:endParaRPr lang="en-US" sz="1400">
              <a:ea typeface="Calibri"/>
              <a:cs typeface="Calibri"/>
            </a:endParaRPr>
          </a:p>
        </p:txBody>
      </p:sp>
      <p:sp>
        <p:nvSpPr>
          <p:cNvPr id="21" name="Metin kutusu 20">
            <a:extLst>
              <a:ext uri="{FF2B5EF4-FFF2-40B4-BE49-F238E27FC236}">
                <a16:creationId xmlns:a16="http://schemas.microsoft.com/office/drawing/2014/main" id="{BED4B3FB-7F90-99EA-14CE-C7AB77BF1A0C}"/>
              </a:ext>
            </a:extLst>
          </p:cNvPr>
          <p:cNvSpPr txBox="1"/>
          <p:nvPr/>
        </p:nvSpPr>
        <p:spPr>
          <a:xfrm>
            <a:off x="321334" y="2990131"/>
            <a:ext cx="5239467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chemeClr val="accent1"/>
                </a:solidFill>
                <a:ea typeface="+mn-lt"/>
                <a:cs typeface="+mn-lt"/>
              </a:rPr>
              <a:t>Industry-Level Moderation of the ACAP–Performance</a:t>
            </a:r>
            <a:endParaRPr lang="tr-TR" sz="1400">
              <a:solidFill>
                <a:schemeClr val="accent1"/>
              </a:solidFill>
              <a:ea typeface="+mn-lt"/>
              <a:cs typeface="+mn-lt"/>
            </a:endParaRPr>
          </a:p>
          <a:p>
            <a:endParaRPr lang="en-US" sz="1400">
              <a:solidFill>
                <a:schemeClr val="accent1"/>
              </a:solidFill>
              <a:ea typeface="Calibri"/>
              <a:cs typeface="Calibri"/>
            </a:endParaRPr>
          </a:p>
          <a:p>
            <a:r>
              <a:rPr lang="en-US" sz="1400"/>
              <a:t>Knowledge-intensive industries benefit more from ACAP than service-oriented sectors</a:t>
            </a:r>
          </a:p>
          <a:p>
            <a:endParaRPr lang="en-US" sz="140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sz="1400" b="1">
                <a:solidFill>
                  <a:srgbClr val="4F81BD"/>
                </a:solidFill>
                <a:ea typeface="Calibri"/>
                <a:cs typeface="Calibri"/>
              </a:rPr>
              <a:t>  </a:t>
            </a:r>
            <a:r>
              <a:rPr lang="en-US" sz="1400" b="1">
                <a:solidFill>
                  <a:schemeClr val="accent1"/>
                </a:solidFill>
                <a:ea typeface="+mn-lt"/>
                <a:cs typeface="+mn-lt"/>
              </a:rPr>
              <a:t>RQ2:</a:t>
            </a:r>
            <a:r>
              <a:rPr lang="en-US" sz="1400">
                <a:solidFill>
                  <a:schemeClr val="accent1"/>
                </a:solidFill>
                <a:ea typeface="+mn-lt"/>
                <a:cs typeface="+mn-lt"/>
              </a:rPr>
              <a:t> </a:t>
            </a:r>
            <a:r>
              <a:rPr lang="en-US" sz="1400">
                <a:ea typeface="+mn-lt"/>
                <a:cs typeface="+mn-lt"/>
              </a:rPr>
              <a:t>Does the effect differ by industry?</a:t>
            </a:r>
          </a:p>
          <a:p>
            <a:br>
              <a:rPr lang="en-US" sz="1400"/>
            </a:br>
            <a:endParaRPr lang="en-US" sz="140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2A354-EF5B-FBC7-3555-79596D50D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88316969-4166-9538-B8D2-15F4D1C5F489}"/>
              </a:ext>
            </a:extLst>
          </p:cNvPr>
          <p:cNvSpPr txBox="1"/>
          <p:nvPr/>
        </p:nvSpPr>
        <p:spPr>
          <a:xfrm>
            <a:off x="8802477" y="4890564"/>
            <a:ext cx="159144" cy="154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Arial"/>
                <a:cs typeface="Arial"/>
              </a:rPr>
              <a:t>12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076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80C9D-CF66-D550-F988-830784369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0D686E3-0150-6463-F5F3-425536442BD7}"/>
              </a:ext>
            </a:extLst>
          </p:cNvPr>
          <p:cNvGrpSpPr>
            <a:grpSpLocks noChangeAspect="1"/>
          </p:cNvGrpSpPr>
          <p:nvPr/>
        </p:nvGrpSpPr>
        <p:grpSpPr>
          <a:xfrm>
            <a:off x="8218808" y="323993"/>
            <a:ext cx="604780" cy="318512"/>
            <a:chOff x="0" y="0"/>
            <a:chExt cx="604774" cy="3185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E2EC961-BD00-22AF-7BEE-D2837F17659D}"/>
                </a:ext>
              </a:extLst>
            </p:cNvPr>
            <p:cNvSpPr/>
            <p:nvPr/>
          </p:nvSpPr>
          <p:spPr>
            <a:xfrm>
              <a:off x="0" y="0"/>
              <a:ext cx="604774" cy="318516"/>
            </a:xfrm>
            <a:custGeom>
              <a:avLst/>
              <a:gdLst/>
              <a:ahLst/>
              <a:cxnLst/>
              <a:rect l="l" t="t" r="r" b="b"/>
              <a:pathLst>
                <a:path w="604774" h="318516">
                  <a:moveTo>
                    <a:pt x="0" y="0"/>
                  </a:moveTo>
                  <a:lnTo>
                    <a:pt x="0" y="57023"/>
                  </a:lnTo>
                  <a:lnTo>
                    <a:pt x="57023" y="57023"/>
                  </a:lnTo>
                  <a:lnTo>
                    <a:pt x="57023" y="318516"/>
                  </a:lnTo>
                  <a:lnTo>
                    <a:pt x="114300" y="318516"/>
                  </a:lnTo>
                  <a:lnTo>
                    <a:pt x="114300" y="57023"/>
                  </a:lnTo>
                  <a:lnTo>
                    <a:pt x="179578" y="57023"/>
                  </a:lnTo>
                  <a:lnTo>
                    <a:pt x="179578" y="318516"/>
                  </a:lnTo>
                  <a:lnTo>
                    <a:pt x="359283" y="318516"/>
                  </a:lnTo>
                  <a:lnTo>
                    <a:pt x="359283" y="57023"/>
                  </a:lnTo>
                  <a:lnTo>
                    <a:pt x="424815" y="57023"/>
                  </a:lnTo>
                  <a:lnTo>
                    <a:pt x="424815" y="318516"/>
                  </a:lnTo>
                  <a:lnTo>
                    <a:pt x="481965" y="318516"/>
                  </a:lnTo>
                  <a:lnTo>
                    <a:pt x="481965" y="57023"/>
                  </a:lnTo>
                  <a:lnTo>
                    <a:pt x="547624" y="57023"/>
                  </a:lnTo>
                  <a:lnTo>
                    <a:pt x="547624" y="318516"/>
                  </a:lnTo>
                  <a:lnTo>
                    <a:pt x="604774" y="318516"/>
                  </a:lnTo>
                  <a:lnTo>
                    <a:pt x="604774" y="0"/>
                  </a:lnTo>
                  <a:lnTo>
                    <a:pt x="302133" y="0"/>
                  </a:lnTo>
                  <a:lnTo>
                    <a:pt x="302133" y="261366"/>
                  </a:lnTo>
                  <a:lnTo>
                    <a:pt x="236855" y="261366"/>
                  </a:lnTo>
                  <a:lnTo>
                    <a:pt x="236855" y="0"/>
                  </a:lnTo>
                  <a:close/>
                </a:path>
              </a:pathLst>
            </a:custGeom>
            <a:solidFill>
              <a:srgbClr val="0065BD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F3E388F6-BF86-1179-BDCC-968CCFC0FC7A}"/>
              </a:ext>
            </a:extLst>
          </p:cNvPr>
          <p:cNvSpPr txBox="1"/>
          <p:nvPr/>
        </p:nvSpPr>
        <p:spPr>
          <a:xfrm>
            <a:off x="1322784" y="1196740"/>
            <a:ext cx="89887" cy="379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4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C77E8144-80DE-B154-FB2B-761B91529832}"/>
              </a:ext>
            </a:extLst>
          </p:cNvPr>
          <p:cNvCxnSpPr/>
          <p:nvPr/>
        </p:nvCxnSpPr>
        <p:spPr>
          <a:xfrm>
            <a:off x="301125" y="1158175"/>
            <a:ext cx="8223250" cy="1048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6">
            <a:extLst>
              <a:ext uri="{FF2B5EF4-FFF2-40B4-BE49-F238E27FC236}">
                <a16:creationId xmlns:a16="http://schemas.microsoft.com/office/drawing/2014/main" id="{B41DBC42-051D-6CC0-A8C7-921FA38758C7}"/>
              </a:ext>
            </a:extLst>
          </p:cNvPr>
          <p:cNvSpPr txBox="1"/>
          <p:nvPr/>
        </p:nvSpPr>
        <p:spPr>
          <a:xfrm>
            <a:off x="317602" y="643331"/>
            <a:ext cx="8204692" cy="1502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Arial"/>
                <a:ea typeface="Calibri"/>
                <a:cs typeface="Arial"/>
              </a:rPr>
              <a:t>Conceptual Framework</a:t>
            </a:r>
            <a:endParaRPr lang="tr-TR"/>
          </a:p>
          <a:p>
            <a:endParaRPr lang="en-US" sz="2400">
              <a:latin typeface="Arial"/>
              <a:ea typeface="Calibri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latin typeface="Arial"/>
              <a:cs typeface="Arial"/>
            </a:endParaRPr>
          </a:p>
        </p:txBody>
      </p:sp>
      <p:pic>
        <p:nvPicPr>
          <p:cNvPr id="5" name="Resim 4" descr="A diagram of a diagram&#10;&#10;AI-generated content may be incorrect.">
            <a:extLst>
              <a:ext uri="{FF2B5EF4-FFF2-40B4-BE49-F238E27FC236}">
                <a16:creationId xmlns:a16="http://schemas.microsoft.com/office/drawing/2014/main" id="{041876A5-B3F4-300F-0222-F69C94BC2E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69" r="1813" b="9121"/>
          <a:stretch>
            <a:fillRect/>
          </a:stretch>
        </p:blipFill>
        <p:spPr>
          <a:xfrm>
            <a:off x="282615" y="1313524"/>
            <a:ext cx="8594583" cy="3255676"/>
          </a:xfrm>
          <a:prstGeom prst="rect">
            <a:avLst/>
          </a:prstGeom>
        </p:spPr>
      </p:pic>
      <p:sp>
        <p:nvSpPr>
          <p:cNvPr id="9" name="TextBox 6">
            <a:extLst>
              <a:ext uri="{FF2B5EF4-FFF2-40B4-BE49-F238E27FC236}">
                <a16:creationId xmlns:a16="http://schemas.microsoft.com/office/drawing/2014/main" id="{A2DAE464-D155-14F7-F596-544729DA41F0}"/>
              </a:ext>
            </a:extLst>
          </p:cNvPr>
          <p:cNvSpPr txBox="1"/>
          <p:nvPr/>
        </p:nvSpPr>
        <p:spPr>
          <a:xfrm>
            <a:off x="3293756" y="4568435"/>
            <a:ext cx="2743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latin typeface="Times New Roman"/>
              </a:rPr>
              <a:t>Figure </a:t>
            </a:r>
            <a:r>
              <a:rPr lang="en-US" sz="1200">
                <a:latin typeface="Times New Roman"/>
                <a:cs typeface="Segoe UI"/>
              </a:rPr>
              <a:t>1</a:t>
            </a:r>
            <a:r>
              <a:rPr lang="en-US" sz="1200">
                <a:latin typeface="Times New Roman"/>
              </a:rPr>
              <a:t> The Conceptual Framework</a:t>
            </a:r>
            <a:r>
              <a:rPr lang="en-GB" sz="1200">
                <a:latin typeface="Times New Roman"/>
                <a:cs typeface="Times New Roman"/>
              </a:rPr>
              <a:t>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A6B32-FCBE-96A8-46E6-4FE83AFE6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B5F73223-168E-9FDB-DA41-25A5EAEC08D1}"/>
              </a:ext>
            </a:extLst>
          </p:cNvPr>
          <p:cNvSpPr txBox="1"/>
          <p:nvPr/>
        </p:nvSpPr>
        <p:spPr>
          <a:xfrm>
            <a:off x="8802477" y="4890564"/>
            <a:ext cx="159144" cy="154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Arial"/>
                <a:cs typeface="Arial"/>
              </a:rPr>
              <a:t>13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327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23E62-9B7D-32C4-86A6-CA03DB599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909CFB0-43CC-4999-8447-EEFB7AB10A6B}"/>
              </a:ext>
            </a:extLst>
          </p:cNvPr>
          <p:cNvGrpSpPr>
            <a:grpSpLocks noChangeAspect="1"/>
          </p:cNvGrpSpPr>
          <p:nvPr/>
        </p:nvGrpSpPr>
        <p:grpSpPr>
          <a:xfrm>
            <a:off x="8218808" y="323993"/>
            <a:ext cx="604780" cy="318512"/>
            <a:chOff x="0" y="0"/>
            <a:chExt cx="604774" cy="3185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11B72FE-4225-A4B8-B9B4-0CE9F922BF6E}"/>
                </a:ext>
              </a:extLst>
            </p:cNvPr>
            <p:cNvSpPr/>
            <p:nvPr/>
          </p:nvSpPr>
          <p:spPr>
            <a:xfrm>
              <a:off x="0" y="0"/>
              <a:ext cx="604774" cy="318516"/>
            </a:xfrm>
            <a:custGeom>
              <a:avLst/>
              <a:gdLst/>
              <a:ahLst/>
              <a:cxnLst/>
              <a:rect l="l" t="t" r="r" b="b"/>
              <a:pathLst>
                <a:path w="604774" h="318516">
                  <a:moveTo>
                    <a:pt x="0" y="0"/>
                  </a:moveTo>
                  <a:lnTo>
                    <a:pt x="0" y="57023"/>
                  </a:lnTo>
                  <a:lnTo>
                    <a:pt x="57023" y="57023"/>
                  </a:lnTo>
                  <a:lnTo>
                    <a:pt x="57023" y="318516"/>
                  </a:lnTo>
                  <a:lnTo>
                    <a:pt x="114300" y="318516"/>
                  </a:lnTo>
                  <a:lnTo>
                    <a:pt x="114300" y="57023"/>
                  </a:lnTo>
                  <a:lnTo>
                    <a:pt x="179578" y="57023"/>
                  </a:lnTo>
                  <a:lnTo>
                    <a:pt x="179578" y="318516"/>
                  </a:lnTo>
                  <a:lnTo>
                    <a:pt x="359283" y="318516"/>
                  </a:lnTo>
                  <a:lnTo>
                    <a:pt x="359283" y="57023"/>
                  </a:lnTo>
                  <a:lnTo>
                    <a:pt x="424815" y="57023"/>
                  </a:lnTo>
                  <a:lnTo>
                    <a:pt x="424815" y="318516"/>
                  </a:lnTo>
                  <a:lnTo>
                    <a:pt x="481965" y="318516"/>
                  </a:lnTo>
                  <a:lnTo>
                    <a:pt x="481965" y="57023"/>
                  </a:lnTo>
                  <a:lnTo>
                    <a:pt x="547624" y="57023"/>
                  </a:lnTo>
                  <a:lnTo>
                    <a:pt x="547624" y="318516"/>
                  </a:lnTo>
                  <a:lnTo>
                    <a:pt x="604774" y="318516"/>
                  </a:lnTo>
                  <a:lnTo>
                    <a:pt x="604774" y="0"/>
                  </a:lnTo>
                  <a:lnTo>
                    <a:pt x="302133" y="0"/>
                  </a:lnTo>
                  <a:lnTo>
                    <a:pt x="302133" y="261366"/>
                  </a:lnTo>
                  <a:lnTo>
                    <a:pt x="236855" y="261366"/>
                  </a:lnTo>
                  <a:lnTo>
                    <a:pt x="236855" y="0"/>
                  </a:lnTo>
                  <a:close/>
                </a:path>
              </a:pathLst>
            </a:custGeom>
            <a:solidFill>
              <a:srgbClr val="0065BD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DE01C2DE-132E-6CD5-DC24-D4C33E4B5808}"/>
              </a:ext>
            </a:extLst>
          </p:cNvPr>
          <p:cNvSpPr txBox="1"/>
          <p:nvPr/>
        </p:nvSpPr>
        <p:spPr>
          <a:xfrm>
            <a:off x="1322784" y="1196740"/>
            <a:ext cx="89887" cy="379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4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2F4FB98E-5069-3688-122B-702843963C67}"/>
              </a:ext>
            </a:extLst>
          </p:cNvPr>
          <p:cNvCxnSpPr/>
          <p:nvPr/>
        </p:nvCxnSpPr>
        <p:spPr>
          <a:xfrm>
            <a:off x="222007" y="751414"/>
            <a:ext cx="8223250" cy="1048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6">
            <a:extLst>
              <a:ext uri="{FF2B5EF4-FFF2-40B4-BE49-F238E27FC236}">
                <a16:creationId xmlns:a16="http://schemas.microsoft.com/office/drawing/2014/main" id="{EABE1CE5-9B42-807A-DE14-981491A0BA7C}"/>
              </a:ext>
            </a:extLst>
          </p:cNvPr>
          <p:cNvSpPr txBox="1"/>
          <p:nvPr/>
        </p:nvSpPr>
        <p:spPr>
          <a:xfrm>
            <a:off x="256020" y="209496"/>
            <a:ext cx="5498154" cy="18992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Arial"/>
                <a:ea typeface="Calibri"/>
                <a:cs typeface="Arial"/>
              </a:rPr>
              <a:t>Methodology of The Study</a:t>
            </a:r>
            <a:endParaRPr lang="tr-TR"/>
          </a:p>
          <a:p>
            <a:endParaRPr lang="en-US" sz="2400">
              <a:latin typeface="Arial"/>
              <a:ea typeface="Calibri"/>
              <a:cs typeface="Arial"/>
            </a:endParaRPr>
          </a:p>
          <a:p>
            <a:endParaRPr lang="en-US" sz="2400">
              <a:latin typeface="Arial"/>
              <a:ea typeface="Calibri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latin typeface="Arial"/>
              <a:cs typeface="Arial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94709F6A-A142-6D21-788D-17A9CD62442A}"/>
              </a:ext>
            </a:extLst>
          </p:cNvPr>
          <p:cNvSpPr txBox="1"/>
          <p:nvPr/>
        </p:nvSpPr>
        <p:spPr>
          <a:xfrm>
            <a:off x="186770" y="842432"/>
            <a:ext cx="2451802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Literature Search</a:t>
            </a:r>
            <a:endParaRPr lang="tr-TR" sz="1400">
              <a:solidFill>
                <a:schemeClr val="accent1"/>
              </a:solidFill>
              <a:ea typeface="Calibri"/>
              <a:cs typeface="Calibri"/>
            </a:endParaRPr>
          </a:p>
          <a:p>
            <a:r>
              <a:rPr lang="en-US" sz="1400">
                <a:latin typeface="Calibri"/>
                <a:ea typeface="Calibri"/>
                <a:cs typeface="Calibri"/>
              </a:rPr>
              <a:t>Systematic Meta-Analytic Protocol (Ellis, 2010)</a:t>
            </a:r>
            <a:endParaRPr lang="en-US" sz="1400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E6732D46-A4B3-CE36-2553-B54B6412ADB3}"/>
              </a:ext>
            </a:extLst>
          </p:cNvPr>
          <p:cNvSpPr txBox="1"/>
          <p:nvPr/>
        </p:nvSpPr>
        <p:spPr>
          <a:xfrm>
            <a:off x="186770" y="1969451"/>
            <a:ext cx="2220368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sz="1200">
                <a:solidFill>
                  <a:srgbClr val="000000"/>
                </a:solidFill>
              </a:rPr>
              <a:t>Initial keyword search (ACAP, SME performance, learning orientation, etc.) </a:t>
            </a:r>
            <a:endParaRPr lang="tr-TR" sz="1200">
              <a:solidFill>
                <a:srgbClr val="000000"/>
              </a:solidFill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200">
                <a:solidFill>
                  <a:srgbClr val="000000"/>
                </a:solidFill>
              </a:rPr>
              <a:t>Manual journal scans (e.g., JIBS, SMJ, IBR) </a:t>
            </a:r>
            <a:endParaRPr lang="en-US" sz="1200">
              <a:solidFill>
                <a:srgbClr val="000000"/>
              </a:solidFill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200">
                <a:solidFill>
                  <a:srgbClr val="000000"/>
                </a:solidFill>
              </a:rPr>
              <a:t>Forward &amp; backward citation tracking </a:t>
            </a:r>
            <a:endParaRPr lang="en-US" sz="1200">
              <a:solidFill>
                <a:srgbClr val="000000"/>
              </a:solidFill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200">
                <a:solidFill>
                  <a:srgbClr val="000000"/>
                </a:solidFill>
              </a:rPr>
              <a:t>AI tool integration with ResearchRabbit </a:t>
            </a:r>
            <a:endParaRPr lang="en-US" sz="1200">
              <a:solidFill>
                <a:srgbClr val="000000"/>
              </a:solidFill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200">
                <a:solidFill>
                  <a:srgbClr val="000000"/>
                </a:solidFill>
              </a:rPr>
              <a:t>Screening via inclusion/exclusion criteria</a:t>
            </a:r>
            <a:endParaRPr lang="en-US" sz="120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181D396A-5F01-4626-2993-CFBDE12DB1A6}"/>
              </a:ext>
            </a:extLst>
          </p:cNvPr>
          <p:cNvSpPr txBox="1"/>
          <p:nvPr/>
        </p:nvSpPr>
        <p:spPr>
          <a:xfrm>
            <a:off x="256020" y="1621385"/>
            <a:ext cx="244475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🔍 </a:t>
            </a:r>
            <a:r>
              <a:rPr lang="en-US" sz="1400" b="1">
                <a:solidFill>
                  <a:schemeClr val="accent1"/>
                </a:solidFill>
              </a:rPr>
              <a:t>Searching Steps</a:t>
            </a:r>
            <a:endParaRPr lang="en-US" sz="1400" b="1">
              <a:solidFill>
                <a:schemeClr val="accent1"/>
              </a:solidFill>
              <a:ea typeface="Calibri"/>
              <a:cs typeface="Calibri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C744F20-710F-97C8-5FB1-24C6B9C0598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713486" y="164122"/>
            <a:ext cx="658793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99953DB-AC8B-DC1F-FF65-9D993DF86E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8541700"/>
              </p:ext>
            </p:extLst>
          </p:nvPr>
        </p:nvGraphicFramePr>
        <p:xfrm>
          <a:off x="3403600" y="780887"/>
          <a:ext cx="5388220" cy="41984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772271" imgH="6600648" progId="Visio.Drawing.15">
                  <p:embed/>
                </p:oleObj>
              </mc:Choice>
              <mc:Fallback>
                <p:oleObj r:id="rId2" imgW="7772271" imgH="6600648" progId="Visio.Drawing.15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B99953DB-AC8B-DC1F-FF65-9D993DF86E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3600" y="780887"/>
                        <a:ext cx="5388220" cy="41984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BDB8D12-1523-7EF3-856F-0A5D32618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4EDABBCA-3C96-C675-84B7-20E9E4C6E767}"/>
              </a:ext>
            </a:extLst>
          </p:cNvPr>
          <p:cNvSpPr txBox="1"/>
          <p:nvPr/>
        </p:nvSpPr>
        <p:spPr>
          <a:xfrm>
            <a:off x="8846865" y="4896113"/>
            <a:ext cx="159144" cy="154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Arial"/>
                <a:cs typeface="Arial"/>
              </a:rPr>
              <a:t>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6396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6607A-8A5E-5E55-24EB-574716205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9C47877-540F-E756-D733-066E8F769134}"/>
              </a:ext>
            </a:extLst>
          </p:cNvPr>
          <p:cNvGrpSpPr>
            <a:grpSpLocks noChangeAspect="1"/>
          </p:cNvGrpSpPr>
          <p:nvPr/>
        </p:nvGrpSpPr>
        <p:grpSpPr>
          <a:xfrm>
            <a:off x="8218808" y="323993"/>
            <a:ext cx="604780" cy="318512"/>
            <a:chOff x="0" y="0"/>
            <a:chExt cx="604774" cy="3185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FDB72EA-C3F7-9751-723E-455A7CA6C705}"/>
                </a:ext>
              </a:extLst>
            </p:cNvPr>
            <p:cNvSpPr/>
            <p:nvPr/>
          </p:nvSpPr>
          <p:spPr>
            <a:xfrm>
              <a:off x="0" y="0"/>
              <a:ext cx="604774" cy="318516"/>
            </a:xfrm>
            <a:custGeom>
              <a:avLst/>
              <a:gdLst/>
              <a:ahLst/>
              <a:cxnLst/>
              <a:rect l="l" t="t" r="r" b="b"/>
              <a:pathLst>
                <a:path w="604774" h="318516">
                  <a:moveTo>
                    <a:pt x="0" y="0"/>
                  </a:moveTo>
                  <a:lnTo>
                    <a:pt x="0" y="57023"/>
                  </a:lnTo>
                  <a:lnTo>
                    <a:pt x="57023" y="57023"/>
                  </a:lnTo>
                  <a:lnTo>
                    <a:pt x="57023" y="318516"/>
                  </a:lnTo>
                  <a:lnTo>
                    <a:pt x="114300" y="318516"/>
                  </a:lnTo>
                  <a:lnTo>
                    <a:pt x="114300" y="57023"/>
                  </a:lnTo>
                  <a:lnTo>
                    <a:pt x="179578" y="57023"/>
                  </a:lnTo>
                  <a:lnTo>
                    <a:pt x="179578" y="318516"/>
                  </a:lnTo>
                  <a:lnTo>
                    <a:pt x="359283" y="318516"/>
                  </a:lnTo>
                  <a:lnTo>
                    <a:pt x="359283" y="57023"/>
                  </a:lnTo>
                  <a:lnTo>
                    <a:pt x="424815" y="57023"/>
                  </a:lnTo>
                  <a:lnTo>
                    <a:pt x="424815" y="318516"/>
                  </a:lnTo>
                  <a:lnTo>
                    <a:pt x="481965" y="318516"/>
                  </a:lnTo>
                  <a:lnTo>
                    <a:pt x="481965" y="57023"/>
                  </a:lnTo>
                  <a:lnTo>
                    <a:pt x="547624" y="57023"/>
                  </a:lnTo>
                  <a:lnTo>
                    <a:pt x="547624" y="318516"/>
                  </a:lnTo>
                  <a:lnTo>
                    <a:pt x="604774" y="318516"/>
                  </a:lnTo>
                  <a:lnTo>
                    <a:pt x="604774" y="0"/>
                  </a:lnTo>
                  <a:lnTo>
                    <a:pt x="302133" y="0"/>
                  </a:lnTo>
                  <a:lnTo>
                    <a:pt x="302133" y="261366"/>
                  </a:lnTo>
                  <a:lnTo>
                    <a:pt x="236855" y="261366"/>
                  </a:lnTo>
                  <a:lnTo>
                    <a:pt x="236855" y="0"/>
                  </a:lnTo>
                  <a:close/>
                </a:path>
              </a:pathLst>
            </a:custGeom>
            <a:solidFill>
              <a:srgbClr val="0065BD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05D1BEA5-BDD5-E4CF-9617-AA99D96D81F5}"/>
              </a:ext>
            </a:extLst>
          </p:cNvPr>
          <p:cNvSpPr txBox="1"/>
          <p:nvPr/>
        </p:nvSpPr>
        <p:spPr>
          <a:xfrm>
            <a:off x="1322784" y="1196740"/>
            <a:ext cx="89887" cy="379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4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740E26A1-C28E-CDDE-8BEF-474383EEE2B0}"/>
              </a:ext>
            </a:extLst>
          </p:cNvPr>
          <p:cNvCxnSpPr/>
          <p:nvPr/>
        </p:nvCxnSpPr>
        <p:spPr>
          <a:xfrm>
            <a:off x="301125" y="1158175"/>
            <a:ext cx="8223250" cy="1048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6">
            <a:extLst>
              <a:ext uri="{FF2B5EF4-FFF2-40B4-BE49-F238E27FC236}">
                <a16:creationId xmlns:a16="http://schemas.microsoft.com/office/drawing/2014/main" id="{5E8AFFDB-5423-F95F-0AAD-0FBCA0C3F213}"/>
              </a:ext>
            </a:extLst>
          </p:cNvPr>
          <p:cNvSpPr txBox="1"/>
          <p:nvPr/>
        </p:nvSpPr>
        <p:spPr>
          <a:xfrm>
            <a:off x="306820" y="670289"/>
            <a:ext cx="5498154" cy="18992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Arial"/>
                <a:ea typeface="Calibri"/>
                <a:cs typeface="Arial"/>
              </a:rPr>
              <a:t>Methodology of The Study</a:t>
            </a:r>
            <a:endParaRPr lang="tr-TR"/>
          </a:p>
          <a:p>
            <a:endParaRPr lang="en-US" sz="2400">
              <a:latin typeface="Arial"/>
              <a:ea typeface="Calibri"/>
              <a:cs typeface="Arial"/>
            </a:endParaRPr>
          </a:p>
          <a:p>
            <a:endParaRPr lang="en-US" sz="2400">
              <a:latin typeface="Arial"/>
              <a:ea typeface="Calibri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latin typeface="Arial"/>
              <a:cs typeface="Arial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21F6F846-2500-9EC2-5D4A-804F420E6CF5}"/>
              </a:ext>
            </a:extLst>
          </p:cNvPr>
          <p:cNvSpPr txBox="1"/>
          <p:nvPr/>
        </p:nvSpPr>
        <p:spPr>
          <a:xfrm>
            <a:off x="305159" y="1270239"/>
            <a:ext cx="494293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Meta-Analytic Coding Standards</a:t>
            </a:r>
            <a:endParaRPr lang="tr-TR">
              <a:solidFill>
                <a:schemeClr val="accent1"/>
              </a:solidFill>
              <a:ea typeface="Calibri"/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Based on Ellis (2010) and Hunter &amp; Schmidt (2004)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AB4D32F6-7230-0901-38F3-18F37AA1E346}"/>
              </a:ext>
            </a:extLst>
          </p:cNvPr>
          <p:cNvSpPr txBox="1"/>
          <p:nvPr/>
        </p:nvSpPr>
        <p:spPr>
          <a:xfrm>
            <a:off x="305159" y="2100532"/>
            <a:ext cx="4748842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/>
              <a:t>Independent Variable: </a:t>
            </a:r>
            <a:r>
              <a:rPr lang="en-US" sz="1600">
                <a:highlight>
                  <a:srgbClr val="FFFF00"/>
                </a:highlight>
              </a:rPr>
              <a:t>Absorptive Capacity</a:t>
            </a:r>
          </a:p>
          <a:p>
            <a:endParaRPr lang="en-US" sz="1600" b="1"/>
          </a:p>
          <a:p>
            <a:pPr marL="228600" indent="-228600">
              <a:buFont typeface="Arial"/>
              <a:buChar char="•"/>
            </a:pPr>
            <a:r>
              <a:rPr lang="en-US" sz="1600"/>
              <a:t>Mostly </a:t>
            </a:r>
            <a:r>
              <a:rPr lang="en-US" sz="1600" b="1"/>
              <a:t>Jansen et al. (2005)</a:t>
            </a:r>
            <a:r>
              <a:rPr lang="en-US" sz="1600"/>
              <a:t> 4D model</a:t>
            </a:r>
            <a:endParaRPr lang="en-US" sz="1600">
              <a:ea typeface="Calibri"/>
              <a:cs typeface="Calibri"/>
            </a:endParaRPr>
          </a:p>
          <a:p>
            <a:pPr marL="228600" indent="-228600">
              <a:buFont typeface="Arial"/>
              <a:buChar char="•"/>
            </a:pPr>
            <a:r>
              <a:rPr lang="en-US" sz="1600"/>
              <a:t>Some studies use proxies:</a:t>
            </a:r>
            <a:endParaRPr lang="en-US" sz="1600">
              <a:ea typeface="Calibri"/>
              <a:cs typeface="Calibri"/>
            </a:endParaRPr>
          </a:p>
          <a:p>
            <a:pPr marL="0" lvl="1"/>
            <a:r>
              <a:rPr lang="en-US" sz="1600"/>
              <a:t>       Learning orientation</a:t>
            </a:r>
            <a:endParaRPr lang="en-US" sz="1600">
              <a:ea typeface="Calibri"/>
              <a:cs typeface="Calibri"/>
            </a:endParaRPr>
          </a:p>
          <a:p>
            <a:pPr marL="0" lvl="1"/>
            <a:r>
              <a:rPr lang="en-US" sz="1600"/>
              <a:t>   Organizational learning capability</a:t>
            </a:r>
            <a:endParaRPr lang="en-US" sz="16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/>
              <a:t>If subdimensions available, they were included as  separate effects</a:t>
            </a:r>
            <a:endParaRPr lang="en-US" sz="1600" err="1">
              <a:ea typeface="Calibri"/>
              <a:cs typeface="Calibri"/>
            </a:endParaRP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7EBB9136-A1CF-CD9A-DDEE-84379D0B8C51}"/>
              </a:ext>
            </a:extLst>
          </p:cNvPr>
          <p:cNvSpPr txBox="1"/>
          <p:nvPr/>
        </p:nvSpPr>
        <p:spPr>
          <a:xfrm>
            <a:off x="305159" y="4246353"/>
            <a:ext cx="391854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/>
              <a:t>Dependent Variable: </a:t>
            </a:r>
            <a:r>
              <a:rPr lang="en-US" sz="1600">
                <a:highlight>
                  <a:srgbClr val="FFFF00"/>
                </a:highlight>
              </a:rPr>
              <a:t>SME Performance</a:t>
            </a:r>
            <a:endParaRPr lang="en-US" sz="1600">
              <a:highlight>
                <a:srgbClr val="FFFF00"/>
              </a:highlight>
              <a:ea typeface="Calibri"/>
              <a:cs typeface="Calibri"/>
            </a:endParaRPr>
          </a:p>
        </p:txBody>
      </p:sp>
      <p:graphicFrame>
        <p:nvGraphicFramePr>
          <p:cNvPr id="13" name="Tablo 12">
            <a:extLst>
              <a:ext uri="{FF2B5EF4-FFF2-40B4-BE49-F238E27FC236}">
                <a16:creationId xmlns:a16="http://schemas.microsoft.com/office/drawing/2014/main" id="{7CF3453D-553B-3B40-0D2B-9667AFB4E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87743"/>
              </p:ext>
            </p:extLst>
          </p:nvPr>
        </p:nvGraphicFramePr>
        <p:xfrm>
          <a:off x="5634127" y="1687542"/>
          <a:ext cx="2887524" cy="2934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3762">
                  <a:extLst>
                    <a:ext uri="{9D8B030D-6E8A-4147-A177-3AD203B41FA5}">
                      <a16:colId xmlns:a16="http://schemas.microsoft.com/office/drawing/2014/main" val="3190685154"/>
                    </a:ext>
                  </a:extLst>
                </a:gridCol>
                <a:gridCol w="1443762">
                  <a:extLst>
                    <a:ext uri="{9D8B030D-6E8A-4147-A177-3AD203B41FA5}">
                      <a16:colId xmlns:a16="http://schemas.microsoft.com/office/drawing/2014/main" val="1373161153"/>
                    </a:ext>
                  </a:extLst>
                </a:gridCol>
              </a:tblGrid>
              <a:tr h="28312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tr-TR" sz="1200" b="1" err="1">
                          <a:solidFill>
                            <a:srgbClr val="4F81BD"/>
                          </a:solidFill>
                        </a:rPr>
                        <a:t>Code</a:t>
                      </a:r>
                      <a:endParaRPr lang="tr-TR" sz="1200" b="1">
                        <a:solidFill>
                          <a:srgbClr val="4F81B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200" b="1" err="1">
                          <a:solidFill>
                            <a:srgbClr val="4F81BD"/>
                          </a:solidFill>
                        </a:rPr>
                        <a:t>Description</a:t>
                      </a:r>
                      <a:endParaRPr lang="tr-TR" sz="1200" b="1">
                        <a:solidFill>
                          <a:srgbClr val="4F81BD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744468"/>
                  </a:ext>
                </a:extLst>
              </a:tr>
              <a:tr h="272642">
                <a:tc>
                  <a:txBody>
                    <a:bodyPr/>
                    <a:lstStyle/>
                    <a:p>
                      <a:r>
                        <a:rPr lang="tr-TR" sz="120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200" err="1"/>
                        <a:t>Sample</a:t>
                      </a:r>
                      <a:r>
                        <a:rPr lang="tr-TR" sz="1200"/>
                        <a:t> Size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1071466"/>
                  </a:ext>
                </a:extLst>
              </a:tr>
              <a:tr h="272642">
                <a:tc>
                  <a:txBody>
                    <a:bodyPr/>
                    <a:lstStyle/>
                    <a:p>
                      <a:r>
                        <a:rPr lang="tr-TR" sz="1200"/>
                        <a:t>r/ß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200" err="1"/>
                        <a:t>Effect</a:t>
                      </a:r>
                      <a:r>
                        <a:rPr lang="tr-TR" sz="1200"/>
                        <a:t> Size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298075"/>
                  </a:ext>
                </a:extLst>
              </a:tr>
              <a:tr h="27264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tr-TR" sz="1200" kern="1200" noProof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α / CR</a:t>
                      </a:r>
                      <a:endParaRPr lang="tr-TR" sz="1200" kern="120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200" err="1"/>
                        <a:t>Reliability</a:t>
                      </a:r>
                      <a:endParaRPr lang="tr-TR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283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1200" err="1"/>
                        <a:t>Year</a:t>
                      </a:r>
                      <a:endParaRPr lang="tr-T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tr-TR" sz="1200" b="0" i="0" u="none" strike="noStrike" noProof="0" err="1">
                          <a:solidFill>
                            <a:srgbClr val="000000"/>
                          </a:solidFill>
                        </a:rPr>
                        <a:t>Publication</a:t>
                      </a:r>
                      <a:r>
                        <a:rPr lang="tr-TR" sz="1200" b="0" i="0" u="none" strike="noStrike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tr-TR" sz="1200" b="0" i="0" u="none" strike="noStrike" noProof="0" err="1">
                          <a:solidFill>
                            <a:srgbClr val="000000"/>
                          </a:solidFill>
                        </a:rPr>
                        <a:t>or</a:t>
                      </a:r>
                      <a:r>
                        <a:rPr lang="tr-TR" sz="1200" b="0" i="0" u="none" strike="noStrike" noProof="0">
                          <a:solidFill>
                            <a:srgbClr val="000000"/>
                          </a:solidFill>
                        </a:rPr>
                        <a:t> data </a:t>
                      </a:r>
                      <a:r>
                        <a:rPr lang="tr-TR" sz="1200" b="0" i="0" u="none" strike="noStrike" noProof="0" err="1">
                          <a:solidFill>
                            <a:srgbClr val="000000"/>
                          </a:solidFill>
                        </a:rPr>
                        <a:t>collection</a:t>
                      </a:r>
                      <a:r>
                        <a:rPr lang="tr-TR" sz="1200" b="0" i="0" u="none" strike="noStrike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tr-TR" sz="1200" b="0" i="0" u="none" strike="noStrike" noProof="0" err="1">
                          <a:solidFill>
                            <a:srgbClr val="000000"/>
                          </a:solidFill>
                        </a:rPr>
                        <a:t>year</a:t>
                      </a:r>
                      <a:endParaRPr lang="tr-TR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119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1200" err="1"/>
                        <a:t>Journal</a:t>
                      </a:r>
                      <a:endParaRPr lang="tr-T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tr-TR" sz="1200" b="0" i="0" u="none" strike="noStrike" noProof="0">
                          <a:solidFill>
                            <a:srgbClr val="000000"/>
                          </a:solidFill>
                        </a:rPr>
                        <a:t>Source </a:t>
                      </a:r>
                      <a:r>
                        <a:rPr lang="tr-TR" sz="1200" b="0" i="0" u="none" strike="noStrike" noProof="0" err="1">
                          <a:solidFill>
                            <a:srgbClr val="000000"/>
                          </a:solidFill>
                        </a:rPr>
                        <a:t>journal</a:t>
                      </a:r>
                      <a:r>
                        <a:rPr lang="tr-TR" sz="1200" b="0" i="0" u="none" strike="noStrike" noProof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lang="tr-TR" sz="1200" b="0" i="0" u="none" strike="noStrike" noProof="0" err="1">
                          <a:solidFill>
                            <a:srgbClr val="000000"/>
                          </a:solidFill>
                        </a:rPr>
                        <a:t>eigenfactor</a:t>
                      </a:r>
                      <a:endParaRPr lang="tr-TR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8276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1200" err="1"/>
                        <a:t>Firm</a:t>
                      </a:r>
                      <a:r>
                        <a:rPr lang="tr-TR" sz="1200"/>
                        <a:t>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tr-TR" sz="1200" b="0" i="0" u="none" strike="noStrike" noProof="0">
                          <a:solidFill>
                            <a:srgbClr val="000000"/>
                          </a:solidFill>
                        </a:rPr>
                        <a:t>Size, </a:t>
                      </a:r>
                      <a:r>
                        <a:rPr lang="tr-TR" sz="1200" b="0" i="0" u="none" strike="noStrike" noProof="0" err="1">
                          <a:solidFill>
                            <a:srgbClr val="000000"/>
                          </a:solidFill>
                        </a:rPr>
                        <a:t>age</a:t>
                      </a:r>
                      <a:r>
                        <a:rPr lang="tr-TR" sz="1200" b="0" i="0" u="none" strike="noStrike" noProof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lang="tr-TR" sz="1200" b="0" i="0" u="none" strike="noStrike" noProof="0" err="1">
                          <a:solidFill>
                            <a:srgbClr val="000000"/>
                          </a:solidFill>
                        </a:rPr>
                        <a:t>country</a:t>
                      </a:r>
                      <a:r>
                        <a:rPr lang="tr-TR" sz="1200" b="0" i="0" u="none" strike="noStrike" noProof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lang="tr-TR" sz="1200" b="0" i="0" u="none" strike="noStrike" noProof="0" err="1">
                          <a:solidFill>
                            <a:srgbClr val="000000"/>
                          </a:solidFill>
                        </a:rPr>
                        <a:t>industry</a:t>
                      </a:r>
                      <a:endParaRPr lang="tr-TR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88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1200" err="1"/>
                        <a:t>Moderators</a:t>
                      </a:r>
                      <a:endParaRPr lang="tr-T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200" err="1"/>
                        <a:t>Region</a:t>
                      </a:r>
                      <a:r>
                        <a:rPr lang="tr-TR" sz="1200"/>
                        <a:t> (1-5), </a:t>
                      </a:r>
                      <a:r>
                        <a:rPr lang="tr-TR" sz="1200" err="1"/>
                        <a:t>Industry</a:t>
                      </a:r>
                      <a:r>
                        <a:rPr lang="tr-TR" sz="1200"/>
                        <a:t>(1-3)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829415"/>
                  </a:ext>
                </a:extLst>
              </a:tr>
            </a:tbl>
          </a:graphicData>
        </a:graphic>
      </p:graphicFrame>
      <p:sp>
        <p:nvSpPr>
          <p:cNvPr id="15" name="Metin kutusu 14">
            <a:extLst>
              <a:ext uri="{FF2B5EF4-FFF2-40B4-BE49-F238E27FC236}">
                <a16:creationId xmlns:a16="http://schemas.microsoft.com/office/drawing/2014/main" id="{C24CF54E-D4B8-E356-2D68-C650F556D7DD}"/>
              </a:ext>
            </a:extLst>
          </p:cNvPr>
          <p:cNvSpPr txBox="1"/>
          <p:nvPr/>
        </p:nvSpPr>
        <p:spPr>
          <a:xfrm>
            <a:off x="5534924" y="128641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accent1"/>
                </a:solidFill>
              </a:rPr>
              <a:t>Coding Scheme Variables</a:t>
            </a:r>
            <a:endParaRPr lang="en-US">
              <a:solidFill>
                <a:schemeClr val="accent1"/>
              </a:solidFill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37ABBB-3497-9307-4BB4-06DBDF591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D2B283E8-A3D9-3E77-4F20-DB841E7D13D2}"/>
              </a:ext>
            </a:extLst>
          </p:cNvPr>
          <p:cNvSpPr txBox="1"/>
          <p:nvPr/>
        </p:nvSpPr>
        <p:spPr>
          <a:xfrm>
            <a:off x="8802477" y="4890564"/>
            <a:ext cx="159144" cy="154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Arial"/>
                <a:cs typeface="Arial"/>
              </a:rPr>
              <a:t>15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627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2EF48-16C7-B197-48DA-3116BDD17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3B2A4C3-C5B7-90D7-B7B0-8E5CB50A6519}"/>
              </a:ext>
            </a:extLst>
          </p:cNvPr>
          <p:cNvGrpSpPr>
            <a:grpSpLocks noChangeAspect="1"/>
          </p:cNvGrpSpPr>
          <p:nvPr/>
        </p:nvGrpSpPr>
        <p:grpSpPr>
          <a:xfrm>
            <a:off x="8218808" y="323993"/>
            <a:ext cx="604780" cy="318512"/>
            <a:chOff x="0" y="0"/>
            <a:chExt cx="604774" cy="3185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7830C85-E90A-A855-9958-B556017C2073}"/>
                </a:ext>
              </a:extLst>
            </p:cNvPr>
            <p:cNvSpPr/>
            <p:nvPr/>
          </p:nvSpPr>
          <p:spPr>
            <a:xfrm>
              <a:off x="0" y="0"/>
              <a:ext cx="604774" cy="318516"/>
            </a:xfrm>
            <a:custGeom>
              <a:avLst/>
              <a:gdLst/>
              <a:ahLst/>
              <a:cxnLst/>
              <a:rect l="l" t="t" r="r" b="b"/>
              <a:pathLst>
                <a:path w="604774" h="318516">
                  <a:moveTo>
                    <a:pt x="0" y="0"/>
                  </a:moveTo>
                  <a:lnTo>
                    <a:pt x="0" y="57023"/>
                  </a:lnTo>
                  <a:lnTo>
                    <a:pt x="57023" y="57023"/>
                  </a:lnTo>
                  <a:lnTo>
                    <a:pt x="57023" y="318516"/>
                  </a:lnTo>
                  <a:lnTo>
                    <a:pt x="114300" y="318516"/>
                  </a:lnTo>
                  <a:lnTo>
                    <a:pt x="114300" y="57023"/>
                  </a:lnTo>
                  <a:lnTo>
                    <a:pt x="179578" y="57023"/>
                  </a:lnTo>
                  <a:lnTo>
                    <a:pt x="179578" y="318516"/>
                  </a:lnTo>
                  <a:lnTo>
                    <a:pt x="359283" y="318516"/>
                  </a:lnTo>
                  <a:lnTo>
                    <a:pt x="359283" y="57023"/>
                  </a:lnTo>
                  <a:lnTo>
                    <a:pt x="424815" y="57023"/>
                  </a:lnTo>
                  <a:lnTo>
                    <a:pt x="424815" y="318516"/>
                  </a:lnTo>
                  <a:lnTo>
                    <a:pt x="481965" y="318516"/>
                  </a:lnTo>
                  <a:lnTo>
                    <a:pt x="481965" y="57023"/>
                  </a:lnTo>
                  <a:lnTo>
                    <a:pt x="547624" y="57023"/>
                  </a:lnTo>
                  <a:lnTo>
                    <a:pt x="547624" y="318516"/>
                  </a:lnTo>
                  <a:lnTo>
                    <a:pt x="604774" y="318516"/>
                  </a:lnTo>
                  <a:lnTo>
                    <a:pt x="604774" y="0"/>
                  </a:lnTo>
                  <a:lnTo>
                    <a:pt x="302133" y="0"/>
                  </a:lnTo>
                  <a:lnTo>
                    <a:pt x="302133" y="261366"/>
                  </a:lnTo>
                  <a:lnTo>
                    <a:pt x="236855" y="261366"/>
                  </a:lnTo>
                  <a:lnTo>
                    <a:pt x="236855" y="0"/>
                  </a:lnTo>
                  <a:close/>
                </a:path>
              </a:pathLst>
            </a:custGeom>
            <a:solidFill>
              <a:srgbClr val="0065BD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1DDDEB19-8ED2-DBEA-EA45-FCECCB5245FD}"/>
              </a:ext>
            </a:extLst>
          </p:cNvPr>
          <p:cNvSpPr txBox="1"/>
          <p:nvPr/>
        </p:nvSpPr>
        <p:spPr>
          <a:xfrm>
            <a:off x="1322784" y="1196740"/>
            <a:ext cx="89887" cy="379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4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6E75CD38-A66D-9441-3C95-423BC6C62BFE}"/>
              </a:ext>
            </a:extLst>
          </p:cNvPr>
          <p:cNvCxnSpPr/>
          <p:nvPr/>
        </p:nvCxnSpPr>
        <p:spPr>
          <a:xfrm>
            <a:off x="301125" y="1158175"/>
            <a:ext cx="8223250" cy="1048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6">
            <a:extLst>
              <a:ext uri="{FF2B5EF4-FFF2-40B4-BE49-F238E27FC236}">
                <a16:creationId xmlns:a16="http://schemas.microsoft.com/office/drawing/2014/main" id="{E5DE2655-AF76-C607-7E40-0B06978B84E6}"/>
              </a:ext>
            </a:extLst>
          </p:cNvPr>
          <p:cNvSpPr txBox="1"/>
          <p:nvPr/>
        </p:nvSpPr>
        <p:spPr>
          <a:xfrm>
            <a:off x="306820" y="670289"/>
            <a:ext cx="5498154" cy="18992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Arial"/>
                <a:ea typeface="Calibri"/>
                <a:cs typeface="Arial"/>
              </a:rPr>
              <a:t>Methodology of The Study</a:t>
            </a:r>
            <a:endParaRPr lang="tr-TR"/>
          </a:p>
          <a:p>
            <a:endParaRPr lang="en-US" sz="2400">
              <a:latin typeface="Arial"/>
              <a:ea typeface="Calibri"/>
              <a:cs typeface="Arial"/>
            </a:endParaRPr>
          </a:p>
          <a:p>
            <a:endParaRPr lang="en-US" sz="2400">
              <a:latin typeface="Arial"/>
              <a:ea typeface="Calibri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latin typeface="Arial"/>
              <a:cs typeface="Arial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2EFD623F-E80C-A44D-126B-29DAC0335230}"/>
              </a:ext>
            </a:extLst>
          </p:cNvPr>
          <p:cNvSpPr txBox="1"/>
          <p:nvPr/>
        </p:nvSpPr>
        <p:spPr>
          <a:xfrm>
            <a:off x="305159" y="1383461"/>
            <a:ext cx="452779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chemeClr val="accent1"/>
                </a:solidFill>
              </a:rPr>
              <a:t>Meta-Analytic Model</a:t>
            </a:r>
            <a:endParaRPr lang="en-US" sz="1600" b="1">
              <a:solidFill>
                <a:schemeClr val="accent1"/>
              </a:solidFill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1600" b="1"/>
              <a:t>Bivariate random-effects meta-analysis</a:t>
            </a:r>
            <a:endParaRPr lang="en-US" sz="1600" b="1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1600"/>
              <a:t>Accounts for </a:t>
            </a:r>
            <a:r>
              <a:rPr lang="en-US" sz="1600" b="1"/>
              <a:t>heterogeneity</a:t>
            </a:r>
            <a:r>
              <a:rPr lang="en-US" sz="1600"/>
              <a:t> across studies (contextual, methodological, etc.)</a:t>
            </a:r>
            <a:endParaRPr lang="en-US" sz="16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1600"/>
              <a:t>Follows </a:t>
            </a:r>
            <a:r>
              <a:rPr lang="en-US" sz="1600" b="1"/>
              <a:t>Ellis (2010)</a:t>
            </a:r>
            <a:r>
              <a:rPr lang="en-US" sz="1600"/>
              <a:t> and </a:t>
            </a:r>
            <a:r>
              <a:rPr lang="en-US" sz="1600" b="1"/>
              <a:t>Hunter &amp; Schmidt (2004)</a:t>
            </a:r>
            <a:r>
              <a:rPr lang="en-US" sz="1600"/>
              <a:t> standards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390637FD-D9F5-3C28-7AAC-196610A1E090}"/>
              </a:ext>
            </a:extLst>
          </p:cNvPr>
          <p:cNvSpPr txBox="1"/>
          <p:nvPr/>
        </p:nvSpPr>
        <p:spPr>
          <a:xfrm>
            <a:off x="5055079" y="1383461"/>
            <a:ext cx="3460270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chemeClr val="accent1"/>
                </a:solidFill>
              </a:rPr>
              <a:t>Heterogeneity Assessment</a:t>
            </a:r>
            <a:endParaRPr lang="en-US" sz="1600" b="1">
              <a:solidFill>
                <a:schemeClr val="accent1"/>
              </a:solidFill>
              <a:ea typeface="Calibri"/>
              <a:cs typeface="Calibri"/>
            </a:endParaRPr>
          </a:p>
          <a:p>
            <a:r>
              <a:rPr lang="en-US" sz="1600"/>
              <a:t>Tools used:</a:t>
            </a:r>
            <a:endParaRPr lang="en-US" sz="1600">
              <a:ea typeface="Calibri"/>
              <a:cs typeface="Calibri"/>
            </a:endParaRPr>
          </a:p>
          <a:p>
            <a:pPr marL="228600" lvl="1" indent="-228600">
              <a:buFont typeface=""/>
              <a:buChar char="•"/>
            </a:pPr>
            <a:r>
              <a:rPr lang="en-US" sz="1600" b="1"/>
              <a:t>Cochran’s Q</a:t>
            </a:r>
            <a:endParaRPr lang="en-US" sz="1600" b="1">
              <a:ea typeface="Calibri"/>
              <a:cs typeface="Calibri"/>
            </a:endParaRPr>
          </a:p>
          <a:p>
            <a:pPr marL="228600" lvl="1" indent="-228600">
              <a:buFont typeface=""/>
              <a:buChar char="•"/>
            </a:pPr>
            <a:r>
              <a:rPr lang="en-US" sz="1600" b="1"/>
              <a:t>I² index</a:t>
            </a:r>
            <a:r>
              <a:rPr lang="en-US" sz="1600"/>
              <a:t> (&gt;25% = significant heterogeneity)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CCAC636C-B28A-5768-920D-6D79A35C5424}"/>
              </a:ext>
            </a:extLst>
          </p:cNvPr>
          <p:cNvSpPr txBox="1"/>
          <p:nvPr/>
        </p:nvSpPr>
        <p:spPr>
          <a:xfrm>
            <a:off x="305159" y="2952391"/>
            <a:ext cx="4144992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chemeClr val="accent1"/>
                </a:solidFill>
              </a:rPr>
              <a:t>Moderator Analyses</a:t>
            </a:r>
            <a:endParaRPr lang="en-US" sz="1600" b="1">
              <a:solidFill>
                <a:schemeClr val="accent1"/>
              </a:solidFill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1600" b="1"/>
              <a:t>Categorical moderators</a:t>
            </a:r>
            <a:r>
              <a:rPr lang="en-US" sz="1600"/>
              <a:t> (e.g., continent):</a:t>
            </a:r>
            <a:br>
              <a:rPr lang="en-US" sz="1600"/>
            </a:br>
            <a:r>
              <a:rPr lang="en-US" sz="1600"/>
              <a:t>→ </a:t>
            </a:r>
            <a:r>
              <a:rPr lang="en-US" sz="1600" i="1"/>
              <a:t>Q-between</a:t>
            </a:r>
            <a:r>
              <a:rPr lang="en-US" sz="1600"/>
              <a:t> subgroup analysis</a:t>
            </a:r>
            <a:endParaRPr lang="en-US" sz="16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1600" b="1"/>
              <a:t>Continuous moderators</a:t>
            </a:r>
            <a:r>
              <a:rPr lang="en-US" sz="1600"/>
              <a:t> (e.g., firm age, UAI):</a:t>
            </a:r>
            <a:br>
              <a:rPr lang="en-US" sz="1600"/>
            </a:br>
            <a:r>
              <a:rPr lang="en-US" sz="1600"/>
              <a:t>→ </a:t>
            </a:r>
            <a:r>
              <a:rPr lang="en-US" sz="1600" i="1"/>
              <a:t>Meta-regression</a:t>
            </a:r>
            <a:r>
              <a:rPr lang="en-US" sz="1600"/>
              <a:t> with </a:t>
            </a:r>
            <a:r>
              <a:rPr lang="en-US" sz="1600" b="1"/>
              <a:t>k-weighted least squares</a:t>
            </a:r>
            <a:endParaRPr lang="en-US" sz="1600" b="1">
              <a:ea typeface="Calibri"/>
              <a:cs typeface="Calibri"/>
            </a:endParaRPr>
          </a:p>
          <a:p>
            <a:pPr marL="228600" lvl="1" indent="-228600">
              <a:buFont typeface=""/>
              <a:buChar char="•"/>
            </a:pPr>
            <a:r>
              <a:rPr lang="en-US" sz="1600"/>
              <a:t>Reported: </a:t>
            </a:r>
            <a:r>
              <a:rPr lang="en-US" sz="1600" b="1"/>
              <a:t>β</a:t>
            </a:r>
            <a:r>
              <a:rPr lang="en-US" sz="1600"/>
              <a:t>, </a:t>
            </a:r>
            <a:r>
              <a:rPr lang="en-US" sz="1600" b="1"/>
              <a:t>R²</a:t>
            </a:r>
            <a:r>
              <a:rPr lang="en-US" sz="1600"/>
              <a:t>, </a:t>
            </a:r>
            <a:r>
              <a:rPr lang="en-US" sz="1600" b="1"/>
              <a:t>F</a:t>
            </a:r>
            <a:r>
              <a:rPr lang="en-US" sz="1600"/>
              <a:t>, </a:t>
            </a:r>
            <a:r>
              <a:rPr lang="en-US" sz="1600" b="1"/>
              <a:t>p-value</a:t>
            </a:r>
            <a:endParaRPr lang="en-US" sz="1600" b="1">
              <a:ea typeface="Calibri"/>
              <a:cs typeface="Calibri"/>
            </a:endParaRP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43833DB5-9EC9-6036-17B2-1BD5B09D0E5D}"/>
              </a:ext>
            </a:extLst>
          </p:cNvPr>
          <p:cNvSpPr txBox="1"/>
          <p:nvPr/>
        </p:nvSpPr>
        <p:spPr>
          <a:xfrm>
            <a:off x="5055079" y="2952391"/>
            <a:ext cx="4522397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chemeClr val="accent1"/>
                </a:solidFill>
              </a:rPr>
              <a:t>Publication Bias Checks</a:t>
            </a:r>
            <a:endParaRPr lang="en-US" sz="1600" b="1">
              <a:solidFill>
                <a:schemeClr val="accent1"/>
              </a:solidFill>
              <a:ea typeface="Calibri"/>
              <a:cs typeface="Calibri"/>
            </a:endParaRPr>
          </a:p>
          <a:p>
            <a:r>
              <a:rPr lang="en-US" sz="1600"/>
              <a:t>Methods:</a:t>
            </a:r>
            <a:endParaRPr lang="en-US" sz="1600">
              <a:ea typeface="Calibri"/>
              <a:cs typeface="Calibri"/>
            </a:endParaRPr>
          </a:p>
          <a:p>
            <a:pPr marL="228600" lvl="1" indent="-228600">
              <a:buFont typeface=""/>
              <a:buChar char="•"/>
            </a:pPr>
            <a:r>
              <a:rPr lang="en-US" sz="1600" b="1"/>
              <a:t>Funnel plot</a:t>
            </a:r>
            <a:endParaRPr lang="en-US" sz="1600" b="1">
              <a:ea typeface="Calibri"/>
              <a:cs typeface="Calibri"/>
            </a:endParaRPr>
          </a:p>
          <a:p>
            <a:pPr marL="228600" lvl="1" indent="-228600">
              <a:buFont typeface=""/>
              <a:buChar char="•"/>
            </a:pPr>
            <a:r>
              <a:rPr lang="en-US" sz="1600" b="1"/>
              <a:t>Egger’s regression test</a:t>
            </a:r>
            <a:endParaRPr lang="en-US" sz="1600" b="1">
              <a:ea typeface="Calibri"/>
              <a:cs typeface="Calibri"/>
            </a:endParaRPr>
          </a:p>
          <a:p>
            <a:r>
              <a:rPr lang="en-US" sz="1600"/>
              <a:t>If bias present:</a:t>
            </a:r>
            <a:br>
              <a:rPr lang="en-US" sz="1600"/>
            </a:br>
            <a:r>
              <a:rPr lang="en-US" sz="1600"/>
              <a:t>→ </a:t>
            </a:r>
            <a:r>
              <a:rPr lang="en-US" sz="1600" b="1"/>
              <a:t>Trim-and-fill</a:t>
            </a:r>
            <a:r>
              <a:rPr lang="en-US" sz="1600"/>
              <a:t> adjustment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b="1"/>
              <a:t>Sensitivity analysis</a:t>
            </a:r>
            <a:r>
              <a:rPr lang="en-US" sz="1600"/>
              <a:t>:</a:t>
            </a:r>
            <a:br>
              <a:rPr lang="en-US" sz="1600"/>
            </a:br>
            <a:r>
              <a:rPr lang="en-US" sz="1600"/>
              <a:t>→ Outlier removal + low-reliability exclusion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15F536-90D9-31EF-16F6-033CD03F2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F91FF2FB-A9BC-2967-967E-F6F481F49004}"/>
              </a:ext>
            </a:extLst>
          </p:cNvPr>
          <p:cNvSpPr txBox="1"/>
          <p:nvPr/>
        </p:nvSpPr>
        <p:spPr>
          <a:xfrm>
            <a:off x="8823993" y="4890564"/>
            <a:ext cx="159144" cy="154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Arial"/>
                <a:cs typeface="Arial"/>
              </a:rPr>
              <a:t>16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7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6B140-DFF4-383F-B507-E97B3909A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606A740-3679-83A6-6410-AE74B9BB4EB2}"/>
              </a:ext>
            </a:extLst>
          </p:cNvPr>
          <p:cNvGrpSpPr>
            <a:grpSpLocks noChangeAspect="1"/>
          </p:cNvGrpSpPr>
          <p:nvPr/>
        </p:nvGrpSpPr>
        <p:grpSpPr>
          <a:xfrm>
            <a:off x="8218808" y="323993"/>
            <a:ext cx="604780" cy="318512"/>
            <a:chOff x="0" y="0"/>
            <a:chExt cx="604774" cy="3185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70686B0-5611-588F-8506-79B3F53C0420}"/>
                </a:ext>
              </a:extLst>
            </p:cNvPr>
            <p:cNvSpPr/>
            <p:nvPr/>
          </p:nvSpPr>
          <p:spPr>
            <a:xfrm>
              <a:off x="0" y="0"/>
              <a:ext cx="604774" cy="318516"/>
            </a:xfrm>
            <a:custGeom>
              <a:avLst/>
              <a:gdLst/>
              <a:ahLst/>
              <a:cxnLst/>
              <a:rect l="l" t="t" r="r" b="b"/>
              <a:pathLst>
                <a:path w="604774" h="318516">
                  <a:moveTo>
                    <a:pt x="0" y="0"/>
                  </a:moveTo>
                  <a:lnTo>
                    <a:pt x="0" y="57023"/>
                  </a:lnTo>
                  <a:lnTo>
                    <a:pt x="57023" y="57023"/>
                  </a:lnTo>
                  <a:lnTo>
                    <a:pt x="57023" y="318516"/>
                  </a:lnTo>
                  <a:lnTo>
                    <a:pt x="114300" y="318516"/>
                  </a:lnTo>
                  <a:lnTo>
                    <a:pt x="114300" y="57023"/>
                  </a:lnTo>
                  <a:lnTo>
                    <a:pt x="179578" y="57023"/>
                  </a:lnTo>
                  <a:lnTo>
                    <a:pt x="179578" y="318516"/>
                  </a:lnTo>
                  <a:lnTo>
                    <a:pt x="359283" y="318516"/>
                  </a:lnTo>
                  <a:lnTo>
                    <a:pt x="359283" y="57023"/>
                  </a:lnTo>
                  <a:lnTo>
                    <a:pt x="424815" y="57023"/>
                  </a:lnTo>
                  <a:lnTo>
                    <a:pt x="424815" y="318516"/>
                  </a:lnTo>
                  <a:lnTo>
                    <a:pt x="481965" y="318516"/>
                  </a:lnTo>
                  <a:lnTo>
                    <a:pt x="481965" y="57023"/>
                  </a:lnTo>
                  <a:lnTo>
                    <a:pt x="547624" y="57023"/>
                  </a:lnTo>
                  <a:lnTo>
                    <a:pt x="547624" y="318516"/>
                  </a:lnTo>
                  <a:lnTo>
                    <a:pt x="604774" y="318516"/>
                  </a:lnTo>
                  <a:lnTo>
                    <a:pt x="604774" y="0"/>
                  </a:lnTo>
                  <a:lnTo>
                    <a:pt x="302133" y="0"/>
                  </a:lnTo>
                  <a:lnTo>
                    <a:pt x="302133" y="261366"/>
                  </a:lnTo>
                  <a:lnTo>
                    <a:pt x="236855" y="261366"/>
                  </a:lnTo>
                  <a:lnTo>
                    <a:pt x="236855" y="0"/>
                  </a:lnTo>
                  <a:close/>
                </a:path>
              </a:pathLst>
            </a:custGeom>
            <a:solidFill>
              <a:srgbClr val="0065BD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4" name="TextBox 6">
            <a:extLst>
              <a:ext uri="{FF2B5EF4-FFF2-40B4-BE49-F238E27FC236}">
                <a16:creationId xmlns:a16="http://schemas.microsoft.com/office/drawing/2014/main" id="{29963E5B-4818-1ECE-FC4D-7E69409A0618}"/>
              </a:ext>
            </a:extLst>
          </p:cNvPr>
          <p:cNvSpPr txBox="1"/>
          <p:nvPr/>
        </p:nvSpPr>
        <p:spPr>
          <a:xfrm>
            <a:off x="398606" y="634920"/>
            <a:ext cx="8199505" cy="18646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>
                <a:ea typeface="Calibri"/>
                <a:cs typeface="Calibri"/>
              </a:rPr>
              <a:t>Results – Descriptive Overview</a:t>
            </a:r>
          </a:p>
          <a:p>
            <a:endParaRPr lang="en-US" sz="2400">
              <a:latin typeface="Arial"/>
              <a:ea typeface="Calibri"/>
              <a:cs typeface="Arial"/>
            </a:endParaRPr>
          </a:p>
          <a:p>
            <a:endParaRPr lang="en-US" sz="2400">
              <a:latin typeface="Arial"/>
              <a:ea typeface="Calibri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latin typeface="Arial"/>
              <a:cs typeface="Arial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BBCAF56-BC6B-066C-1AD0-16F96441767A}"/>
              </a:ext>
            </a:extLst>
          </p:cNvPr>
          <p:cNvSpPr txBox="1"/>
          <p:nvPr/>
        </p:nvSpPr>
        <p:spPr>
          <a:xfrm>
            <a:off x="1322784" y="1196740"/>
            <a:ext cx="89887" cy="379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4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AF5833CE-2B77-2A6B-B566-6123331B1415}"/>
              </a:ext>
            </a:extLst>
          </p:cNvPr>
          <p:cNvCxnSpPr/>
          <p:nvPr/>
        </p:nvCxnSpPr>
        <p:spPr>
          <a:xfrm>
            <a:off x="301125" y="1158175"/>
            <a:ext cx="8223250" cy="1048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6F9284E6-5F0C-569E-1F14-4F7AD8028B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3327887"/>
              </p:ext>
            </p:extLst>
          </p:nvPr>
        </p:nvGraphicFramePr>
        <p:xfrm>
          <a:off x="719226" y="1532155"/>
          <a:ext cx="78867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610B5-09EC-874A-7768-72CAB8A82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D60632F2-9C97-42B2-D870-2935D525B180}"/>
              </a:ext>
            </a:extLst>
          </p:cNvPr>
          <p:cNvSpPr txBox="1"/>
          <p:nvPr/>
        </p:nvSpPr>
        <p:spPr>
          <a:xfrm>
            <a:off x="8802477" y="4890564"/>
            <a:ext cx="159144" cy="154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Arial"/>
                <a:cs typeface="Arial"/>
              </a:rPr>
              <a:t>17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626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7C739-3FC8-1727-4662-3BFD3BBD8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52A7A27-5E1D-3131-B578-DF61204EEDCA}"/>
              </a:ext>
            </a:extLst>
          </p:cNvPr>
          <p:cNvGrpSpPr>
            <a:grpSpLocks noChangeAspect="1"/>
          </p:cNvGrpSpPr>
          <p:nvPr/>
        </p:nvGrpSpPr>
        <p:grpSpPr>
          <a:xfrm>
            <a:off x="8218808" y="323993"/>
            <a:ext cx="604780" cy="318512"/>
            <a:chOff x="0" y="0"/>
            <a:chExt cx="604774" cy="3185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CBEC5E8-7E43-E5CF-3130-ABB22D16B562}"/>
                </a:ext>
              </a:extLst>
            </p:cNvPr>
            <p:cNvSpPr/>
            <p:nvPr/>
          </p:nvSpPr>
          <p:spPr>
            <a:xfrm>
              <a:off x="0" y="0"/>
              <a:ext cx="604774" cy="318516"/>
            </a:xfrm>
            <a:custGeom>
              <a:avLst/>
              <a:gdLst/>
              <a:ahLst/>
              <a:cxnLst/>
              <a:rect l="l" t="t" r="r" b="b"/>
              <a:pathLst>
                <a:path w="604774" h="318516">
                  <a:moveTo>
                    <a:pt x="0" y="0"/>
                  </a:moveTo>
                  <a:lnTo>
                    <a:pt x="0" y="57023"/>
                  </a:lnTo>
                  <a:lnTo>
                    <a:pt x="57023" y="57023"/>
                  </a:lnTo>
                  <a:lnTo>
                    <a:pt x="57023" y="318516"/>
                  </a:lnTo>
                  <a:lnTo>
                    <a:pt x="114300" y="318516"/>
                  </a:lnTo>
                  <a:lnTo>
                    <a:pt x="114300" y="57023"/>
                  </a:lnTo>
                  <a:lnTo>
                    <a:pt x="179578" y="57023"/>
                  </a:lnTo>
                  <a:lnTo>
                    <a:pt x="179578" y="318516"/>
                  </a:lnTo>
                  <a:lnTo>
                    <a:pt x="359283" y="318516"/>
                  </a:lnTo>
                  <a:lnTo>
                    <a:pt x="359283" y="57023"/>
                  </a:lnTo>
                  <a:lnTo>
                    <a:pt x="424815" y="57023"/>
                  </a:lnTo>
                  <a:lnTo>
                    <a:pt x="424815" y="318516"/>
                  </a:lnTo>
                  <a:lnTo>
                    <a:pt x="481965" y="318516"/>
                  </a:lnTo>
                  <a:lnTo>
                    <a:pt x="481965" y="57023"/>
                  </a:lnTo>
                  <a:lnTo>
                    <a:pt x="547624" y="57023"/>
                  </a:lnTo>
                  <a:lnTo>
                    <a:pt x="547624" y="318516"/>
                  </a:lnTo>
                  <a:lnTo>
                    <a:pt x="604774" y="318516"/>
                  </a:lnTo>
                  <a:lnTo>
                    <a:pt x="604774" y="0"/>
                  </a:lnTo>
                  <a:lnTo>
                    <a:pt x="302133" y="0"/>
                  </a:lnTo>
                  <a:lnTo>
                    <a:pt x="302133" y="261366"/>
                  </a:lnTo>
                  <a:lnTo>
                    <a:pt x="236855" y="261366"/>
                  </a:lnTo>
                  <a:lnTo>
                    <a:pt x="236855" y="0"/>
                  </a:lnTo>
                  <a:close/>
                </a:path>
              </a:pathLst>
            </a:custGeom>
            <a:solidFill>
              <a:srgbClr val="0065BD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F063797A-DD56-3D0C-1001-9FA6DBC52C78}"/>
              </a:ext>
            </a:extLst>
          </p:cNvPr>
          <p:cNvSpPr txBox="1"/>
          <p:nvPr/>
        </p:nvSpPr>
        <p:spPr>
          <a:xfrm>
            <a:off x="1322784" y="1196740"/>
            <a:ext cx="89887" cy="379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4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C509BA72-0C50-3FC2-4D4E-DC9F6F9B3DC6}"/>
              </a:ext>
            </a:extLst>
          </p:cNvPr>
          <p:cNvCxnSpPr/>
          <p:nvPr/>
        </p:nvCxnSpPr>
        <p:spPr>
          <a:xfrm>
            <a:off x="301125" y="1158175"/>
            <a:ext cx="8223250" cy="1048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6">
            <a:extLst>
              <a:ext uri="{FF2B5EF4-FFF2-40B4-BE49-F238E27FC236}">
                <a16:creationId xmlns:a16="http://schemas.microsoft.com/office/drawing/2014/main" id="{C792C5F0-B2D1-2EF6-20FF-21CA7786660C}"/>
              </a:ext>
            </a:extLst>
          </p:cNvPr>
          <p:cNvSpPr txBox="1"/>
          <p:nvPr/>
        </p:nvSpPr>
        <p:spPr>
          <a:xfrm>
            <a:off x="306820" y="670289"/>
            <a:ext cx="5498154" cy="1133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>
                <a:ea typeface="Calibri"/>
                <a:cs typeface="Calibri"/>
              </a:rPr>
              <a:t>Results – </a:t>
            </a:r>
            <a:r>
              <a:rPr lang="en-US" sz="2400"/>
              <a:t>Meta-Analytic Effect</a:t>
            </a:r>
            <a:endParaRPr lang="en-US" sz="2400">
              <a:latin typeface="Arial"/>
              <a:ea typeface="Calibri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latin typeface="Arial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85E008-852B-281E-EFBE-7EBFDD2E04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75" t="21729" r="3504" b="1556"/>
          <a:stretch>
            <a:fillRect/>
          </a:stretch>
        </p:blipFill>
        <p:spPr>
          <a:xfrm>
            <a:off x="669298" y="1576011"/>
            <a:ext cx="7486904" cy="2886714"/>
          </a:xfrm>
          <a:prstGeom prst="rect">
            <a:avLst/>
          </a:prstGeom>
        </p:spPr>
      </p:pic>
      <p:sp>
        <p:nvSpPr>
          <p:cNvPr id="9" name="TextBox 4">
            <a:extLst>
              <a:ext uri="{FF2B5EF4-FFF2-40B4-BE49-F238E27FC236}">
                <a16:creationId xmlns:a16="http://schemas.microsoft.com/office/drawing/2014/main" id="{F84A5C77-5427-7DE9-FBB2-3A01CA7DB9DD}"/>
              </a:ext>
            </a:extLst>
          </p:cNvPr>
          <p:cNvSpPr txBox="1"/>
          <p:nvPr/>
        </p:nvSpPr>
        <p:spPr>
          <a:xfrm>
            <a:off x="8802477" y="4890564"/>
            <a:ext cx="159144" cy="154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Arial"/>
                <a:cs typeface="Arial"/>
              </a:rPr>
              <a:t>18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5B968B-4513-17D0-011A-FA3011EB4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635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A65E6-3F78-388F-579A-87DA98285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F931A14-FB68-13D2-9787-4BFB48E072C2}"/>
              </a:ext>
            </a:extLst>
          </p:cNvPr>
          <p:cNvGrpSpPr>
            <a:grpSpLocks noChangeAspect="1"/>
          </p:cNvGrpSpPr>
          <p:nvPr/>
        </p:nvGrpSpPr>
        <p:grpSpPr>
          <a:xfrm>
            <a:off x="8218808" y="323993"/>
            <a:ext cx="604780" cy="318512"/>
            <a:chOff x="0" y="0"/>
            <a:chExt cx="604774" cy="3185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EAB704A-B3FC-9BC4-64D5-1F51A43EC967}"/>
                </a:ext>
              </a:extLst>
            </p:cNvPr>
            <p:cNvSpPr/>
            <p:nvPr/>
          </p:nvSpPr>
          <p:spPr>
            <a:xfrm>
              <a:off x="0" y="0"/>
              <a:ext cx="604774" cy="318516"/>
            </a:xfrm>
            <a:custGeom>
              <a:avLst/>
              <a:gdLst/>
              <a:ahLst/>
              <a:cxnLst/>
              <a:rect l="l" t="t" r="r" b="b"/>
              <a:pathLst>
                <a:path w="604774" h="318516">
                  <a:moveTo>
                    <a:pt x="0" y="0"/>
                  </a:moveTo>
                  <a:lnTo>
                    <a:pt x="0" y="57023"/>
                  </a:lnTo>
                  <a:lnTo>
                    <a:pt x="57023" y="57023"/>
                  </a:lnTo>
                  <a:lnTo>
                    <a:pt x="57023" y="318516"/>
                  </a:lnTo>
                  <a:lnTo>
                    <a:pt x="114300" y="318516"/>
                  </a:lnTo>
                  <a:lnTo>
                    <a:pt x="114300" y="57023"/>
                  </a:lnTo>
                  <a:lnTo>
                    <a:pt x="179578" y="57023"/>
                  </a:lnTo>
                  <a:lnTo>
                    <a:pt x="179578" y="318516"/>
                  </a:lnTo>
                  <a:lnTo>
                    <a:pt x="359283" y="318516"/>
                  </a:lnTo>
                  <a:lnTo>
                    <a:pt x="359283" y="57023"/>
                  </a:lnTo>
                  <a:lnTo>
                    <a:pt x="424815" y="57023"/>
                  </a:lnTo>
                  <a:lnTo>
                    <a:pt x="424815" y="318516"/>
                  </a:lnTo>
                  <a:lnTo>
                    <a:pt x="481965" y="318516"/>
                  </a:lnTo>
                  <a:lnTo>
                    <a:pt x="481965" y="57023"/>
                  </a:lnTo>
                  <a:lnTo>
                    <a:pt x="547624" y="57023"/>
                  </a:lnTo>
                  <a:lnTo>
                    <a:pt x="547624" y="318516"/>
                  </a:lnTo>
                  <a:lnTo>
                    <a:pt x="604774" y="318516"/>
                  </a:lnTo>
                  <a:lnTo>
                    <a:pt x="604774" y="0"/>
                  </a:lnTo>
                  <a:lnTo>
                    <a:pt x="302133" y="0"/>
                  </a:lnTo>
                  <a:lnTo>
                    <a:pt x="302133" y="261366"/>
                  </a:lnTo>
                  <a:lnTo>
                    <a:pt x="236855" y="261366"/>
                  </a:lnTo>
                  <a:lnTo>
                    <a:pt x="236855" y="0"/>
                  </a:lnTo>
                  <a:close/>
                </a:path>
              </a:pathLst>
            </a:custGeom>
            <a:solidFill>
              <a:srgbClr val="0065BD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DB4A6520-51CA-C3AA-CEB1-1212FE023747}"/>
              </a:ext>
            </a:extLst>
          </p:cNvPr>
          <p:cNvSpPr txBox="1"/>
          <p:nvPr/>
        </p:nvSpPr>
        <p:spPr>
          <a:xfrm>
            <a:off x="1322784" y="1196740"/>
            <a:ext cx="89887" cy="379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4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3929821A-1DD8-8003-9355-F35C6EA00EAB}"/>
              </a:ext>
            </a:extLst>
          </p:cNvPr>
          <p:cNvCxnSpPr/>
          <p:nvPr/>
        </p:nvCxnSpPr>
        <p:spPr>
          <a:xfrm>
            <a:off x="301125" y="1158175"/>
            <a:ext cx="8223250" cy="1048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6">
            <a:extLst>
              <a:ext uri="{FF2B5EF4-FFF2-40B4-BE49-F238E27FC236}">
                <a16:creationId xmlns:a16="http://schemas.microsoft.com/office/drawing/2014/main" id="{B4F52CF2-3BD3-CAF5-B9AC-497AB8705300}"/>
              </a:ext>
            </a:extLst>
          </p:cNvPr>
          <p:cNvSpPr txBox="1"/>
          <p:nvPr/>
        </p:nvSpPr>
        <p:spPr>
          <a:xfrm>
            <a:off x="306820" y="670289"/>
            <a:ext cx="5498154" cy="1133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>
                <a:ea typeface="Calibri"/>
                <a:cs typeface="Calibri"/>
              </a:rPr>
              <a:t>Results – Forest Plot Visualization </a:t>
            </a:r>
            <a:endParaRPr lang="en-US" sz="2400">
              <a:latin typeface="Arial"/>
              <a:ea typeface="Calibri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latin typeface="Arial"/>
              <a:cs typeface="Arial"/>
            </a:endParaRPr>
          </a:p>
        </p:txBody>
      </p:sp>
      <p:pic>
        <p:nvPicPr>
          <p:cNvPr id="4" name="Picture 3" descr="A diagram of a graph&#10;&#10;AI-generated content may be incorrect.">
            <a:extLst>
              <a:ext uri="{FF2B5EF4-FFF2-40B4-BE49-F238E27FC236}">
                <a16:creationId xmlns:a16="http://schemas.microsoft.com/office/drawing/2014/main" id="{822A3A54-115A-EB7C-0537-409ACF85D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9" t="1383" r="1468" b="172"/>
          <a:stretch>
            <a:fillRect/>
          </a:stretch>
        </p:blipFill>
        <p:spPr>
          <a:xfrm>
            <a:off x="5095193" y="656434"/>
            <a:ext cx="3975462" cy="44496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2D0792-B7F0-317C-75DA-FAFFC131FCD3}"/>
              </a:ext>
            </a:extLst>
          </p:cNvPr>
          <p:cNvSpPr txBox="1"/>
          <p:nvPr/>
        </p:nvSpPr>
        <p:spPr>
          <a:xfrm>
            <a:off x="306675" y="1656547"/>
            <a:ext cx="4572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/>
              <a:t>Visualizes effect sizes (correlations) and 95% confidence intervals for all 39 studies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60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/>
              <a:t>Each dot represents a study; longer lines show greater uncertainty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60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/>
              <a:t>Green diamond indicates the pooled average effect size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60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/>
              <a:t>Most effects are positive, supporting a consistent ACAP–performance relationship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461001-F226-3BE6-7B16-D09265C4C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FE0CD9F9-B163-C362-4583-3EB5154D7583}"/>
              </a:ext>
            </a:extLst>
          </p:cNvPr>
          <p:cNvSpPr txBox="1"/>
          <p:nvPr/>
        </p:nvSpPr>
        <p:spPr>
          <a:xfrm>
            <a:off x="8802477" y="4890564"/>
            <a:ext cx="159144" cy="154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Arial"/>
                <a:cs typeface="Arial"/>
              </a:rPr>
              <a:t>19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6517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DE1A7-B659-25FF-2231-D7FFCB3D8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7AAB93E-0C70-0CC3-E2EA-9020E01194B9}"/>
              </a:ext>
            </a:extLst>
          </p:cNvPr>
          <p:cNvGrpSpPr>
            <a:grpSpLocks noChangeAspect="1"/>
          </p:cNvGrpSpPr>
          <p:nvPr/>
        </p:nvGrpSpPr>
        <p:grpSpPr>
          <a:xfrm>
            <a:off x="8218808" y="323993"/>
            <a:ext cx="604780" cy="318512"/>
            <a:chOff x="0" y="0"/>
            <a:chExt cx="604774" cy="3185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298F0FC-78A5-8E84-8BEE-FA1A0E8B07E4}"/>
                </a:ext>
              </a:extLst>
            </p:cNvPr>
            <p:cNvSpPr/>
            <p:nvPr/>
          </p:nvSpPr>
          <p:spPr>
            <a:xfrm>
              <a:off x="0" y="0"/>
              <a:ext cx="604774" cy="318516"/>
            </a:xfrm>
            <a:custGeom>
              <a:avLst/>
              <a:gdLst/>
              <a:ahLst/>
              <a:cxnLst/>
              <a:rect l="l" t="t" r="r" b="b"/>
              <a:pathLst>
                <a:path w="604774" h="318516">
                  <a:moveTo>
                    <a:pt x="0" y="0"/>
                  </a:moveTo>
                  <a:lnTo>
                    <a:pt x="0" y="57023"/>
                  </a:lnTo>
                  <a:lnTo>
                    <a:pt x="57023" y="57023"/>
                  </a:lnTo>
                  <a:lnTo>
                    <a:pt x="57023" y="318516"/>
                  </a:lnTo>
                  <a:lnTo>
                    <a:pt x="114300" y="318516"/>
                  </a:lnTo>
                  <a:lnTo>
                    <a:pt x="114300" y="57023"/>
                  </a:lnTo>
                  <a:lnTo>
                    <a:pt x="179578" y="57023"/>
                  </a:lnTo>
                  <a:lnTo>
                    <a:pt x="179578" y="318516"/>
                  </a:lnTo>
                  <a:lnTo>
                    <a:pt x="359283" y="318516"/>
                  </a:lnTo>
                  <a:lnTo>
                    <a:pt x="359283" y="57023"/>
                  </a:lnTo>
                  <a:lnTo>
                    <a:pt x="424815" y="57023"/>
                  </a:lnTo>
                  <a:lnTo>
                    <a:pt x="424815" y="318516"/>
                  </a:lnTo>
                  <a:lnTo>
                    <a:pt x="481965" y="318516"/>
                  </a:lnTo>
                  <a:lnTo>
                    <a:pt x="481965" y="57023"/>
                  </a:lnTo>
                  <a:lnTo>
                    <a:pt x="547624" y="57023"/>
                  </a:lnTo>
                  <a:lnTo>
                    <a:pt x="547624" y="318516"/>
                  </a:lnTo>
                  <a:lnTo>
                    <a:pt x="604774" y="318516"/>
                  </a:lnTo>
                  <a:lnTo>
                    <a:pt x="604774" y="0"/>
                  </a:lnTo>
                  <a:lnTo>
                    <a:pt x="302133" y="0"/>
                  </a:lnTo>
                  <a:lnTo>
                    <a:pt x="302133" y="261366"/>
                  </a:lnTo>
                  <a:lnTo>
                    <a:pt x="236855" y="261366"/>
                  </a:lnTo>
                  <a:lnTo>
                    <a:pt x="236855" y="0"/>
                  </a:lnTo>
                  <a:close/>
                </a:path>
              </a:pathLst>
            </a:custGeom>
            <a:solidFill>
              <a:srgbClr val="0065BD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7DF9767F-F7B7-0BBA-6EE3-256081B05E35}"/>
              </a:ext>
            </a:extLst>
          </p:cNvPr>
          <p:cNvSpPr txBox="1"/>
          <p:nvPr/>
        </p:nvSpPr>
        <p:spPr>
          <a:xfrm>
            <a:off x="1322784" y="1196740"/>
            <a:ext cx="89887" cy="379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4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656C578E-ED92-4909-A55C-E63FEA9466DC}"/>
              </a:ext>
            </a:extLst>
          </p:cNvPr>
          <p:cNvCxnSpPr/>
          <p:nvPr/>
        </p:nvCxnSpPr>
        <p:spPr>
          <a:xfrm>
            <a:off x="301125" y="1158175"/>
            <a:ext cx="8223250" cy="1048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6">
            <a:extLst>
              <a:ext uri="{FF2B5EF4-FFF2-40B4-BE49-F238E27FC236}">
                <a16:creationId xmlns:a16="http://schemas.microsoft.com/office/drawing/2014/main" id="{760B0BC1-B6FD-D219-DC7C-3C8415FB22AE}"/>
              </a:ext>
            </a:extLst>
          </p:cNvPr>
          <p:cNvSpPr txBox="1"/>
          <p:nvPr/>
        </p:nvSpPr>
        <p:spPr>
          <a:xfrm>
            <a:off x="306820" y="670289"/>
            <a:ext cx="5498154" cy="18646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>
                <a:ea typeface="Calibri"/>
                <a:cs typeface="Calibri"/>
              </a:rPr>
              <a:t>Results – Heterogeneity Assessment </a:t>
            </a:r>
          </a:p>
          <a:p>
            <a:endParaRPr lang="en-US" sz="2400">
              <a:latin typeface="Arial"/>
              <a:ea typeface="Calibri"/>
              <a:cs typeface="Arial"/>
            </a:endParaRPr>
          </a:p>
          <a:p>
            <a:endParaRPr lang="en-US" sz="2400">
              <a:latin typeface="Arial"/>
              <a:ea typeface="Calibri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latin typeface="Arial"/>
              <a:cs typeface="Arial"/>
            </a:endParaRPr>
          </a:p>
        </p:txBody>
      </p:sp>
      <p:pic>
        <p:nvPicPr>
          <p:cNvPr id="9" name="Picture 8" descr="A close-up of a paper&#10;&#10;AI-generated content may be incorrect.">
            <a:extLst>
              <a:ext uri="{FF2B5EF4-FFF2-40B4-BE49-F238E27FC236}">
                <a16:creationId xmlns:a16="http://schemas.microsoft.com/office/drawing/2014/main" id="{DCDFD28F-53F2-7A3A-B05E-7E23CF4125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5" t="47724" r="1385" b="-1"/>
          <a:stretch>
            <a:fillRect/>
          </a:stretch>
        </p:blipFill>
        <p:spPr>
          <a:xfrm>
            <a:off x="337235" y="1684331"/>
            <a:ext cx="8151029" cy="269714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CE540-FC2A-4089-2B87-746AAF013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2F0ADA17-1DDD-4700-7FEE-27ECF153CA14}"/>
              </a:ext>
            </a:extLst>
          </p:cNvPr>
          <p:cNvSpPr txBox="1"/>
          <p:nvPr/>
        </p:nvSpPr>
        <p:spPr>
          <a:xfrm>
            <a:off x="8802477" y="4890564"/>
            <a:ext cx="159144" cy="154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Arial"/>
                <a:cs typeface="Arial"/>
              </a:rPr>
              <a:t>20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1564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812D2-AF00-962F-8158-10BB92EF8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3693C30-935A-7CAE-D546-C35B6FF84AB9}"/>
              </a:ext>
            </a:extLst>
          </p:cNvPr>
          <p:cNvGrpSpPr>
            <a:grpSpLocks noChangeAspect="1"/>
          </p:cNvGrpSpPr>
          <p:nvPr/>
        </p:nvGrpSpPr>
        <p:grpSpPr>
          <a:xfrm>
            <a:off x="8218808" y="323993"/>
            <a:ext cx="604780" cy="318512"/>
            <a:chOff x="0" y="0"/>
            <a:chExt cx="604774" cy="3185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4C6A227-0DE3-C2A1-76FE-67371C082826}"/>
                </a:ext>
              </a:extLst>
            </p:cNvPr>
            <p:cNvSpPr/>
            <p:nvPr/>
          </p:nvSpPr>
          <p:spPr>
            <a:xfrm>
              <a:off x="0" y="0"/>
              <a:ext cx="604774" cy="318516"/>
            </a:xfrm>
            <a:custGeom>
              <a:avLst/>
              <a:gdLst/>
              <a:ahLst/>
              <a:cxnLst/>
              <a:rect l="l" t="t" r="r" b="b"/>
              <a:pathLst>
                <a:path w="604774" h="318516">
                  <a:moveTo>
                    <a:pt x="0" y="0"/>
                  </a:moveTo>
                  <a:lnTo>
                    <a:pt x="0" y="57023"/>
                  </a:lnTo>
                  <a:lnTo>
                    <a:pt x="57023" y="57023"/>
                  </a:lnTo>
                  <a:lnTo>
                    <a:pt x="57023" y="318516"/>
                  </a:lnTo>
                  <a:lnTo>
                    <a:pt x="114300" y="318516"/>
                  </a:lnTo>
                  <a:lnTo>
                    <a:pt x="114300" y="57023"/>
                  </a:lnTo>
                  <a:lnTo>
                    <a:pt x="179578" y="57023"/>
                  </a:lnTo>
                  <a:lnTo>
                    <a:pt x="179578" y="318516"/>
                  </a:lnTo>
                  <a:lnTo>
                    <a:pt x="359283" y="318516"/>
                  </a:lnTo>
                  <a:lnTo>
                    <a:pt x="359283" y="57023"/>
                  </a:lnTo>
                  <a:lnTo>
                    <a:pt x="424815" y="57023"/>
                  </a:lnTo>
                  <a:lnTo>
                    <a:pt x="424815" y="318516"/>
                  </a:lnTo>
                  <a:lnTo>
                    <a:pt x="481965" y="318516"/>
                  </a:lnTo>
                  <a:lnTo>
                    <a:pt x="481965" y="57023"/>
                  </a:lnTo>
                  <a:lnTo>
                    <a:pt x="547624" y="57023"/>
                  </a:lnTo>
                  <a:lnTo>
                    <a:pt x="547624" y="318516"/>
                  </a:lnTo>
                  <a:lnTo>
                    <a:pt x="604774" y="318516"/>
                  </a:lnTo>
                  <a:lnTo>
                    <a:pt x="604774" y="0"/>
                  </a:lnTo>
                  <a:lnTo>
                    <a:pt x="302133" y="0"/>
                  </a:lnTo>
                  <a:lnTo>
                    <a:pt x="302133" y="261366"/>
                  </a:lnTo>
                  <a:lnTo>
                    <a:pt x="236855" y="261366"/>
                  </a:lnTo>
                  <a:lnTo>
                    <a:pt x="236855" y="0"/>
                  </a:lnTo>
                  <a:close/>
                </a:path>
              </a:pathLst>
            </a:custGeom>
            <a:solidFill>
              <a:srgbClr val="0065BD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CC34E4FD-7D54-C3D9-C139-4C16EBC88A29}"/>
              </a:ext>
            </a:extLst>
          </p:cNvPr>
          <p:cNvSpPr txBox="1"/>
          <p:nvPr/>
        </p:nvSpPr>
        <p:spPr>
          <a:xfrm>
            <a:off x="1322784" y="1196740"/>
            <a:ext cx="89887" cy="379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4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5CEECD19-A880-8E4D-7FC7-A25FB727B38D}"/>
              </a:ext>
            </a:extLst>
          </p:cNvPr>
          <p:cNvCxnSpPr/>
          <p:nvPr/>
        </p:nvCxnSpPr>
        <p:spPr>
          <a:xfrm>
            <a:off x="301125" y="1158175"/>
            <a:ext cx="8223250" cy="1048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6">
            <a:extLst>
              <a:ext uri="{FF2B5EF4-FFF2-40B4-BE49-F238E27FC236}">
                <a16:creationId xmlns:a16="http://schemas.microsoft.com/office/drawing/2014/main" id="{8D50AED1-2711-7020-E12A-685A6871E37F}"/>
              </a:ext>
            </a:extLst>
          </p:cNvPr>
          <p:cNvSpPr txBox="1"/>
          <p:nvPr/>
        </p:nvSpPr>
        <p:spPr>
          <a:xfrm>
            <a:off x="306820" y="670289"/>
            <a:ext cx="5498154" cy="1938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7"/>
              </a:lnSpc>
            </a:pPr>
            <a:r>
              <a:rPr lang="en-US" sz="2400">
                <a:ea typeface="Calibri"/>
                <a:cs typeface="Calibri"/>
              </a:rPr>
              <a:t>Results - Publication Bias Assessment</a:t>
            </a:r>
          </a:p>
          <a:p>
            <a:endParaRPr lang="en-US" sz="2400">
              <a:latin typeface="Arial"/>
              <a:ea typeface="Calibri"/>
              <a:cs typeface="Arial"/>
            </a:endParaRPr>
          </a:p>
          <a:p>
            <a:endParaRPr lang="en-US" sz="2400">
              <a:latin typeface="Arial"/>
              <a:ea typeface="Calibri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latin typeface="Arial"/>
              <a:cs typeface="Arial"/>
            </a:endParaRPr>
          </a:p>
        </p:txBody>
      </p:sp>
      <p:pic>
        <p:nvPicPr>
          <p:cNvPr id="5" name="Picture 4" descr="A diagram of a pyramid&#10;&#10;AI-generated content may be incorrect.">
            <a:extLst>
              <a:ext uri="{FF2B5EF4-FFF2-40B4-BE49-F238E27FC236}">
                <a16:creationId xmlns:a16="http://schemas.microsoft.com/office/drawing/2014/main" id="{4F54AD65-FE71-C51B-21CC-4EA916567F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125" y="1684331"/>
            <a:ext cx="4956130" cy="317567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3F54EC-57C0-4CA6-D97F-DF1D57815B8A}"/>
              </a:ext>
            </a:extLst>
          </p:cNvPr>
          <p:cNvSpPr txBox="1"/>
          <p:nvPr/>
        </p:nvSpPr>
        <p:spPr>
          <a:xfrm>
            <a:off x="493190" y="1301231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effectLst/>
                <a:latin typeface="+mj-lt"/>
                <a:ea typeface="Times New Roman" panose="02020603050405020304" pitchFamily="18" charset="0"/>
              </a:rPr>
              <a:t>Funnel Plot Assessing Publication Bias</a:t>
            </a:r>
            <a:r>
              <a:rPr lang="en-US" sz="1600">
                <a:effectLst/>
                <a:latin typeface="+mj-lt"/>
              </a:rPr>
              <a:t> </a:t>
            </a:r>
            <a:endParaRPr lang="en-US" sz="160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BD73CA-E4BA-36FD-56AE-8072D0DDEE09}"/>
              </a:ext>
            </a:extLst>
          </p:cNvPr>
          <p:cNvSpPr txBox="1"/>
          <p:nvPr/>
        </p:nvSpPr>
        <p:spPr>
          <a:xfrm>
            <a:off x="5332497" y="2364226"/>
            <a:ext cx="349109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1400"/>
              <a:t>The funnel plot appears largely symmetrical, indicating low risk of publication bias.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sz="1400"/>
          </a:p>
          <a:p>
            <a:pPr marL="285750" indent="-285750">
              <a:buFont typeface="Wingdings" pitchFamily="2" charset="2"/>
              <a:buChar char="§"/>
            </a:pPr>
            <a:endParaRPr lang="en-US" sz="1400"/>
          </a:p>
          <a:p>
            <a:pPr marL="285750" indent="-285750">
              <a:buFont typeface="Wingdings" pitchFamily="2" charset="2"/>
              <a:buChar char="§"/>
            </a:pPr>
            <a:r>
              <a:rPr lang="en-US" sz="1400"/>
              <a:t>Trim-and-fill imputed only one study (orange dot), with negligible change in effect size (z = 0.38 → z = 0.36).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0CCEF-3C9E-D232-23EF-A6754C6BA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FB143AB2-966A-F980-E33E-9DC7D65CA3C4}"/>
              </a:ext>
            </a:extLst>
          </p:cNvPr>
          <p:cNvSpPr txBox="1"/>
          <p:nvPr/>
        </p:nvSpPr>
        <p:spPr>
          <a:xfrm>
            <a:off x="8802477" y="4890564"/>
            <a:ext cx="159144" cy="154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Arial"/>
                <a:cs typeface="Arial"/>
              </a:rPr>
              <a:t>21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7355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B995F-978D-AE0B-6019-13C231F80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93A8EB1-5D15-9A91-8DC2-7C7D1D1E0B24}"/>
              </a:ext>
            </a:extLst>
          </p:cNvPr>
          <p:cNvGrpSpPr>
            <a:grpSpLocks noChangeAspect="1"/>
          </p:cNvGrpSpPr>
          <p:nvPr/>
        </p:nvGrpSpPr>
        <p:grpSpPr>
          <a:xfrm>
            <a:off x="8218808" y="323993"/>
            <a:ext cx="604780" cy="318512"/>
            <a:chOff x="0" y="0"/>
            <a:chExt cx="604774" cy="3185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2CCF8E4-D592-DCFD-7FDD-BECF24AD5E92}"/>
                </a:ext>
              </a:extLst>
            </p:cNvPr>
            <p:cNvSpPr/>
            <p:nvPr/>
          </p:nvSpPr>
          <p:spPr>
            <a:xfrm>
              <a:off x="0" y="0"/>
              <a:ext cx="604774" cy="318516"/>
            </a:xfrm>
            <a:custGeom>
              <a:avLst/>
              <a:gdLst/>
              <a:ahLst/>
              <a:cxnLst/>
              <a:rect l="l" t="t" r="r" b="b"/>
              <a:pathLst>
                <a:path w="604774" h="318516">
                  <a:moveTo>
                    <a:pt x="0" y="0"/>
                  </a:moveTo>
                  <a:lnTo>
                    <a:pt x="0" y="57023"/>
                  </a:lnTo>
                  <a:lnTo>
                    <a:pt x="57023" y="57023"/>
                  </a:lnTo>
                  <a:lnTo>
                    <a:pt x="57023" y="318516"/>
                  </a:lnTo>
                  <a:lnTo>
                    <a:pt x="114300" y="318516"/>
                  </a:lnTo>
                  <a:lnTo>
                    <a:pt x="114300" y="57023"/>
                  </a:lnTo>
                  <a:lnTo>
                    <a:pt x="179578" y="57023"/>
                  </a:lnTo>
                  <a:lnTo>
                    <a:pt x="179578" y="318516"/>
                  </a:lnTo>
                  <a:lnTo>
                    <a:pt x="359283" y="318516"/>
                  </a:lnTo>
                  <a:lnTo>
                    <a:pt x="359283" y="57023"/>
                  </a:lnTo>
                  <a:lnTo>
                    <a:pt x="424815" y="57023"/>
                  </a:lnTo>
                  <a:lnTo>
                    <a:pt x="424815" y="318516"/>
                  </a:lnTo>
                  <a:lnTo>
                    <a:pt x="481965" y="318516"/>
                  </a:lnTo>
                  <a:lnTo>
                    <a:pt x="481965" y="57023"/>
                  </a:lnTo>
                  <a:lnTo>
                    <a:pt x="547624" y="57023"/>
                  </a:lnTo>
                  <a:lnTo>
                    <a:pt x="547624" y="318516"/>
                  </a:lnTo>
                  <a:lnTo>
                    <a:pt x="604774" y="318516"/>
                  </a:lnTo>
                  <a:lnTo>
                    <a:pt x="604774" y="0"/>
                  </a:lnTo>
                  <a:lnTo>
                    <a:pt x="302133" y="0"/>
                  </a:lnTo>
                  <a:lnTo>
                    <a:pt x="302133" y="261366"/>
                  </a:lnTo>
                  <a:lnTo>
                    <a:pt x="236855" y="261366"/>
                  </a:lnTo>
                  <a:lnTo>
                    <a:pt x="236855" y="0"/>
                  </a:lnTo>
                  <a:close/>
                </a:path>
              </a:pathLst>
            </a:custGeom>
            <a:solidFill>
              <a:srgbClr val="0065BD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904722AF-1579-AD3F-1CCD-7CD94D351AD3}"/>
              </a:ext>
            </a:extLst>
          </p:cNvPr>
          <p:cNvSpPr txBox="1"/>
          <p:nvPr/>
        </p:nvSpPr>
        <p:spPr>
          <a:xfrm>
            <a:off x="1322784" y="1196740"/>
            <a:ext cx="89887" cy="379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4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48DA626C-A085-9BA2-9FEB-A2A6DE5FDE9E}"/>
              </a:ext>
            </a:extLst>
          </p:cNvPr>
          <p:cNvCxnSpPr/>
          <p:nvPr/>
        </p:nvCxnSpPr>
        <p:spPr>
          <a:xfrm>
            <a:off x="301125" y="1158175"/>
            <a:ext cx="8223250" cy="1048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6">
            <a:extLst>
              <a:ext uri="{FF2B5EF4-FFF2-40B4-BE49-F238E27FC236}">
                <a16:creationId xmlns:a16="http://schemas.microsoft.com/office/drawing/2014/main" id="{71AE0445-F72E-46C8-9173-AA7E8C30277F}"/>
              </a:ext>
            </a:extLst>
          </p:cNvPr>
          <p:cNvSpPr txBox="1"/>
          <p:nvPr/>
        </p:nvSpPr>
        <p:spPr>
          <a:xfrm>
            <a:off x="306820" y="670289"/>
            <a:ext cx="7343660" cy="15695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7"/>
              </a:lnSpc>
            </a:pPr>
            <a:r>
              <a:rPr lang="en-US" sz="2400">
                <a:ea typeface="Calibri"/>
                <a:cs typeface="Calibri"/>
              </a:rPr>
              <a:t>Results – Moderator Analyses Year of Data Collection </a:t>
            </a:r>
            <a:endParaRPr lang="en-US" sz="2400">
              <a:latin typeface="Arial"/>
              <a:ea typeface="Calibri"/>
              <a:cs typeface="Arial"/>
            </a:endParaRPr>
          </a:p>
          <a:p>
            <a:endParaRPr lang="en-US" sz="2400">
              <a:latin typeface="Arial"/>
              <a:ea typeface="Calibri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latin typeface="Arial"/>
              <a:cs typeface="Arial"/>
            </a:endParaRPr>
          </a:p>
        </p:txBody>
      </p:sp>
      <p:pic>
        <p:nvPicPr>
          <p:cNvPr id="5" name="Picture 4" descr="A graph with blue dots and red line&#10;&#10;AI-generated content may be incorrect.">
            <a:extLst>
              <a:ext uri="{FF2B5EF4-FFF2-40B4-BE49-F238E27FC236}">
                <a16:creationId xmlns:a16="http://schemas.microsoft.com/office/drawing/2014/main" id="{C6B6F955-4CA8-A12F-5F5E-E9E3D7F648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7880" y="1386375"/>
            <a:ext cx="3973319" cy="312101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58B637-CDD7-8EB0-0D28-50D7DC716298}"/>
              </a:ext>
            </a:extLst>
          </p:cNvPr>
          <p:cNvSpPr txBox="1"/>
          <p:nvPr/>
        </p:nvSpPr>
        <p:spPr>
          <a:xfrm>
            <a:off x="301125" y="1576011"/>
            <a:ext cx="457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/>
              <a:t>The analysis showed a significant positive effect:</a:t>
            </a:r>
          </a:p>
          <a:p>
            <a:pPr>
              <a:buNone/>
            </a:pPr>
            <a:br>
              <a:rPr lang="en-US" sz="1600"/>
            </a:br>
            <a:r>
              <a:rPr lang="el-GR" sz="1600"/>
              <a:t>β = 0.23</a:t>
            </a:r>
            <a:endParaRPr lang="de-DE" sz="1600"/>
          </a:p>
          <a:p>
            <a:pPr>
              <a:buNone/>
            </a:pPr>
            <a:r>
              <a:rPr lang="en-US" sz="1600"/>
              <a:t>Z = 5.70</a:t>
            </a:r>
          </a:p>
          <a:p>
            <a:pPr>
              <a:buNone/>
            </a:pPr>
            <a:r>
              <a:rPr lang="en-US" sz="1600"/>
              <a:t>p &lt; .001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28976C-9566-669B-0DF7-9E7D07F9687B}"/>
              </a:ext>
            </a:extLst>
          </p:cNvPr>
          <p:cNvSpPr txBox="1"/>
          <p:nvPr/>
        </p:nvSpPr>
        <p:spPr>
          <a:xfrm>
            <a:off x="263065" y="4473211"/>
            <a:ext cx="83665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Note: Each bubble represents a study, with size proportional to sample size. The upward slope shows that effect sizes have increased in more recent years.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637A0-A3B2-63C9-BBEE-98509EE17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18A8062C-E311-D45D-BA00-097BF5EA5571}"/>
              </a:ext>
            </a:extLst>
          </p:cNvPr>
          <p:cNvSpPr txBox="1"/>
          <p:nvPr/>
        </p:nvSpPr>
        <p:spPr>
          <a:xfrm>
            <a:off x="8802477" y="4890564"/>
            <a:ext cx="159144" cy="154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Arial"/>
                <a:cs typeface="Arial"/>
              </a:rPr>
              <a:t>22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4375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AA713-F331-7B7B-20E8-22601A762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1708909-8551-50C8-F8E7-BE7B1ABD5D55}"/>
              </a:ext>
            </a:extLst>
          </p:cNvPr>
          <p:cNvGrpSpPr>
            <a:grpSpLocks noChangeAspect="1"/>
          </p:cNvGrpSpPr>
          <p:nvPr/>
        </p:nvGrpSpPr>
        <p:grpSpPr>
          <a:xfrm>
            <a:off x="8218808" y="323993"/>
            <a:ext cx="604780" cy="318512"/>
            <a:chOff x="0" y="0"/>
            <a:chExt cx="604774" cy="3185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4205A5B-E509-301A-66A3-65378E41259C}"/>
                </a:ext>
              </a:extLst>
            </p:cNvPr>
            <p:cNvSpPr/>
            <p:nvPr/>
          </p:nvSpPr>
          <p:spPr>
            <a:xfrm>
              <a:off x="0" y="0"/>
              <a:ext cx="604774" cy="318516"/>
            </a:xfrm>
            <a:custGeom>
              <a:avLst/>
              <a:gdLst/>
              <a:ahLst/>
              <a:cxnLst/>
              <a:rect l="l" t="t" r="r" b="b"/>
              <a:pathLst>
                <a:path w="604774" h="318516">
                  <a:moveTo>
                    <a:pt x="0" y="0"/>
                  </a:moveTo>
                  <a:lnTo>
                    <a:pt x="0" y="57023"/>
                  </a:lnTo>
                  <a:lnTo>
                    <a:pt x="57023" y="57023"/>
                  </a:lnTo>
                  <a:lnTo>
                    <a:pt x="57023" y="318516"/>
                  </a:lnTo>
                  <a:lnTo>
                    <a:pt x="114300" y="318516"/>
                  </a:lnTo>
                  <a:lnTo>
                    <a:pt x="114300" y="57023"/>
                  </a:lnTo>
                  <a:lnTo>
                    <a:pt x="179578" y="57023"/>
                  </a:lnTo>
                  <a:lnTo>
                    <a:pt x="179578" y="318516"/>
                  </a:lnTo>
                  <a:lnTo>
                    <a:pt x="359283" y="318516"/>
                  </a:lnTo>
                  <a:lnTo>
                    <a:pt x="359283" y="57023"/>
                  </a:lnTo>
                  <a:lnTo>
                    <a:pt x="424815" y="57023"/>
                  </a:lnTo>
                  <a:lnTo>
                    <a:pt x="424815" y="318516"/>
                  </a:lnTo>
                  <a:lnTo>
                    <a:pt x="481965" y="318516"/>
                  </a:lnTo>
                  <a:lnTo>
                    <a:pt x="481965" y="57023"/>
                  </a:lnTo>
                  <a:lnTo>
                    <a:pt x="547624" y="57023"/>
                  </a:lnTo>
                  <a:lnTo>
                    <a:pt x="547624" y="318516"/>
                  </a:lnTo>
                  <a:lnTo>
                    <a:pt x="604774" y="318516"/>
                  </a:lnTo>
                  <a:lnTo>
                    <a:pt x="604774" y="0"/>
                  </a:lnTo>
                  <a:lnTo>
                    <a:pt x="302133" y="0"/>
                  </a:lnTo>
                  <a:lnTo>
                    <a:pt x="302133" y="261366"/>
                  </a:lnTo>
                  <a:lnTo>
                    <a:pt x="236855" y="261366"/>
                  </a:lnTo>
                  <a:lnTo>
                    <a:pt x="236855" y="0"/>
                  </a:lnTo>
                  <a:close/>
                </a:path>
              </a:pathLst>
            </a:custGeom>
            <a:solidFill>
              <a:srgbClr val="0065BD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28863ECA-AB92-74E2-D87E-963D6D16E192}"/>
              </a:ext>
            </a:extLst>
          </p:cNvPr>
          <p:cNvSpPr txBox="1"/>
          <p:nvPr/>
        </p:nvSpPr>
        <p:spPr>
          <a:xfrm>
            <a:off x="1322784" y="1196740"/>
            <a:ext cx="89887" cy="379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4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825C66DB-2B6D-712E-DA80-5BF24D74F7B8}"/>
              </a:ext>
            </a:extLst>
          </p:cNvPr>
          <p:cNvCxnSpPr/>
          <p:nvPr/>
        </p:nvCxnSpPr>
        <p:spPr>
          <a:xfrm>
            <a:off x="301125" y="1158175"/>
            <a:ext cx="8223250" cy="1048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6">
            <a:extLst>
              <a:ext uri="{FF2B5EF4-FFF2-40B4-BE49-F238E27FC236}">
                <a16:creationId xmlns:a16="http://schemas.microsoft.com/office/drawing/2014/main" id="{E5EB3515-D098-2895-C2E9-0E98E6C11EF5}"/>
              </a:ext>
            </a:extLst>
          </p:cNvPr>
          <p:cNvSpPr txBox="1"/>
          <p:nvPr/>
        </p:nvSpPr>
        <p:spPr>
          <a:xfrm>
            <a:off x="306820" y="670289"/>
            <a:ext cx="7343660" cy="15696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7"/>
              </a:lnSpc>
            </a:pPr>
            <a:r>
              <a:rPr lang="en-US" sz="2400">
                <a:ea typeface="Calibri"/>
                <a:cs typeface="Calibri"/>
              </a:rPr>
              <a:t>Results – Moderator Analyses UAI</a:t>
            </a:r>
            <a:endParaRPr lang="en-US" sz="2400">
              <a:latin typeface="Arial"/>
              <a:ea typeface="Calibri"/>
              <a:cs typeface="Arial"/>
            </a:endParaRPr>
          </a:p>
          <a:p>
            <a:endParaRPr lang="en-US" sz="2400">
              <a:latin typeface="Arial"/>
              <a:ea typeface="Calibri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latin typeface="Arial"/>
              <a:cs typeface="Arial"/>
            </a:endParaRPr>
          </a:p>
        </p:txBody>
      </p:sp>
      <p:pic>
        <p:nvPicPr>
          <p:cNvPr id="5" name="Picture 4" descr="A graph with blue dots and a red line&#10;&#10;AI-generated content may be incorrect.">
            <a:extLst>
              <a:ext uri="{FF2B5EF4-FFF2-40B4-BE49-F238E27FC236}">
                <a16:creationId xmlns:a16="http://schemas.microsoft.com/office/drawing/2014/main" id="{EC8A57F2-004D-250C-83F1-56B8E95BD7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7880" y="1386375"/>
            <a:ext cx="3973317" cy="312101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B4DDCD-E24F-DD1F-4DC2-E3E8E6B75024}"/>
              </a:ext>
            </a:extLst>
          </p:cNvPr>
          <p:cNvSpPr txBox="1"/>
          <p:nvPr/>
        </p:nvSpPr>
        <p:spPr>
          <a:xfrm>
            <a:off x="88390" y="4507389"/>
            <a:ext cx="84328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Each bubble represents a study, with size proportional to sample size. The red regression line shows a downward trend in correlation strength as UAI increases.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570FAE-B310-EC90-46E3-669013F4FBC1}"/>
              </a:ext>
            </a:extLst>
          </p:cNvPr>
          <p:cNvSpPr txBox="1"/>
          <p:nvPr/>
        </p:nvSpPr>
        <p:spPr>
          <a:xfrm>
            <a:off x="301125" y="1606308"/>
            <a:ext cx="427087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/>
              <a:t>The analysis revealed a significant negative relationship:</a:t>
            </a:r>
          </a:p>
          <a:p>
            <a:br>
              <a:rPr lang="en-US" sz="1600"/>
            </a:br>
            <a:r>
              <a:rPr lang="el-GR" sz="1600"/>
              <a:t>β = –0.09</a:t>
            </a:r>
            <a:endParaRPr lang="de-DE" sz="1600"/>
          </a:p>
          <a:p>
            <a:r>
              <a:rPr lang="en-US" sz="1600"/>
              <a:t>Z = –2.30</a:t>
            </a:r>
          </a:p>
          <a:p>
            <a:r>
              <a:rPr lang="en-US" sz="1600"/>
              <a:t>p = .022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41E60-B904-0B68-043D-81981171A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B4668937-CFB7-4456-821D-FA53AC01E502}"/>
              </a:ext>
            </a:extLst>
          </p:cNvPr>
          <p:cNvSpPr txBox="1"/>
          <p:nvPr/>
        </p:nvSpPr>
        <p:spPr>
          <a:xfrm>
            <a:off x="8802477" y="4890564"/>
            <a:ext cx="159144" cy="154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Arial"/>
                <a:cs typeface="Arial"/>
              </a:rPr>
              <a:t>23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3549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47767-8553-62E5-778D-E56AEE79E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B6CDD12-2D08-35FD-6EB1-A75FB1F10CE5}"/>
              </a:ext>
            </a:extLst>
          </p:cNvPr>
          <p:cNvGrpSpPr>
            <a:grpSpLocks noChangeAspect="1"/>
          </p:cNvGrpSpPr>
          <p:nvPr/>
        </p:nvGrpSpPr>
        <p:grpSpPr>
          <a:xfrm>
            <a:off x="8218808" y="323993"/>
            <a:ext cx="604780" cy="318512"/>
            <a:chOff x="0" y="0"/>
            <a:chExt cx="604774" cy="3185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51FA585-A93F-091A-DDEC-41978DDBC8DB}"/>
                </a:ext>
              </a:extLst>
            </p:cNvPr>
            <p:cNvSpPr/>
            <p:nvPr/>
          </p:nvSpPr>
          <p:spPr>
            <a:xfrm>
              <a:off x="0" y="0"/>
              <a:ext cx="604774" cy="318516"/>
            </a:xfrm>
            <a:custGeom>
              <a:avLst/>
              <a:gdLst/>
              <a:ahLst/>
              <a:cxnLst/>
              <a:rect l="l" t="t" r="r" b="b"/>
              <a:pathLst>
                <a:path w="604774" h="318516">
                  <a:moveTo>
                    <a:pt x="0" y="0"/>
                  </a:moveTo>
                  <a:lnTo>
                    <a:pt x="0" y="57023"/>
                  </a:lnTo>
                  <a:lnTo>
                    <a:pt x="57023" y="57023"/>
                  </a:lnTo>
                  <a:lnTo>
                    <a:pt x="57023" y="318516"/>
                  </a:lnTo>
                  <a:lnTo>
                    <a:pt x="114300" y="318516"/>
                  </a:lnTo>
                  <a:lnTo>
                    <a:pt x="114300" y="57023"/>
                  </a:lnTo>
                  <a:lnTo>
                    <a:pt x="179578" y="57023"/>
                  </a:lnTo>
                  <a:lnTo>
                    <a:pt x="179578" y="318516"/>
                  </a:lnTo>
                  <a:lnTo>
                    <a:pt x="359283" y="318516"/>
                  </a:lnTo>
                  <a:lnTo>
                    <a:pt x="359283" y="57023"/>
                  </a:lnTo>
                  <a:lnTo>
                    <a:pt x="424815" y="57023"/>
                  </a:lnTo>
                  <a:lnTo>
                    <a:pt x="424815" y="318516"/>
                  </a:lnTo>
                  <a:lnTo>
                    <a:pt x="481965" y="318516"/>
                  </a:lnTo>
                  <a:lnTo>
                    <a:pt x="481965" y="57023"/>
                  </a:lnTo>
                  <a:lnTo>
                    <a:pt x="547624" y="57023"/>
                  </a:lnTo>
                  <a:lnTo>
                    <a:pt x="547624" y="318516"/>
                  </a:lnTo>
                  <a:lnTo>
                    <a:pt x="604774" y="318516"/>
                  </a:lnTo>
                  <a:lnTo>
                    <a:pt x="604774" y="0"/>
                  </a:lnTo>
                  <a:lnTo>
                    <a:pt x="302133" y="0"/>
                  </a:lnTo>
                  <a:lnTo>
                    <a:pt x="302133" y="261366"/>
                  </a:lnTo>
                  <a:lnTo>
                    <a:pt x="236855" y="261366"/>
                  </a:lnTo>
                  <a:lnTo>
                    <a:pt x="236855" y="0"/>
                  </a:lnTo>
                  <a:close/>
                </a:path>
              </a:pathLst>
            </a:custGeom>
            <a:solidFill>
              <a:srgbClr val="0065BD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8F2651E7-FB7F-5FE4-765E-AE7BAC8329C7}"/>
              </a:ext>
            </a:extLst>
          </p:cNvPr>
          <p:cNvSpPr txBox="1"/>
          <p:nvPr/>
        </p:nvSpPr>
        <p:spPr>
          <a:xfrm>
            <a:off x="1322784" y="1196740"/>
            <a:ext cx="89887" cy="379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4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DCB1F2AD-F471-53B9-5E53-A89422D1B684}"/>
              </a:ext>
            </a:extLst>
          </p:cNvPr>
          <p:cNvCxnSpPr/>
          <p:nvPr/>
        </p:nvCxnSpPr>
        <p:spPr>
          <a:xfrm>
            <a:off x="301125" y="1158175"/>
            <a:ext cx="8223250" cy="1048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6">
            <a:extLst>
              <a:ext uri="{FF2B5EF4-FFF2-40B4-BE49-F238E27FC236}">
                <a16:creationId xmlns:a16="http://schemas.microsoft.com/office/drawing/2014/main" id="{324E3096-F54F-83C1-14F9-9F554F5A027E}"/>
              </a:ext>
            </a:extLst>
          </p:cNvPr>
          <p:cNvSpPr txBox="1"/>
          <p:nvPr/>
        </p:nvSpPr>
        <p:spPr>
          <a:xfrm>
            <a:off x="306820" y="670289"/>
            <a:ext cx="7343660" cy="15695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7"/>
              </a:lnSpc>
            </a:pPr>
            <a:r>
              <a:rPr lang="en-US" sz="2400">
                <a:ea typeface="Calibri"/>
                <a:cs typeface="Calibri"/>
              </a:rPr>
              <a:t>Results – Moderator Analyses Continents </a:t>
            </a:r>
            <a:endParaRPr lang="en-US" sz="2400">
              <a:latin typeface="Arial"/>
              <a:ea typeface="Calibri"/>
              <a:cs typeface="Arial"/>
            </a:endParaRPr>
          </a:p>
          <a:p>
            <a:endParaRPr lang="en-US" sz="2400">
              <a:latin typeface="Arial"/>
              <a:ea typeface="Calibri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latin typeface="Arial"/>
              <a:cs typeface="Arial"/>
            </a:endParaRPr>
          </a:p>
        </p:txBody>
      </p:sp>
      <p:pic>
        <p:nvPicPr>
          <p:cNvPr id="5" name="Picture 4" descr="A graph with red and green lines&#10;&#10;AI-generated content may be incorrect.">
            <a:extLst>
              <a:ext uri="{FF2B5EF4-FFF2-40B4-BE49-F238E27FC236}">
                <a16:creationId xmlns:a16="http://schemas.microsoft.com/office/drawing/2014/main" id="{C553C24E-A456-DEA4-8CB1-C1DEE56306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125" y="1386375"/>
            <a:ext cx="5703759" cy="280643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A43FDA-540B-4432-0962-196E80C283A7}"/>
              </a:ext>
            </a:extLst>
          </p:cNvPr>
          <p:cNvSpPr txBox="1"/>
          <p:nvPr/>
        </p:nvSpPr>
        <p:spPr>
          <a:xfrm>
            <a:off x="6121372" y="2075713"/>
            <a:ext cx="291930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Continents were coded as follows:</a:t>
            </a:r>
            <a:br>
              <a:rPr lang="en-US" sz="1400"/>
            </a:br>
            <a:r>
              <a:rPr lang="en-US" sz="1400"/>
              <a:t>1 = Europe</a:t>
            </a:r>
          </a:p>
          <a:p>
            <a:r>
              <a:rPr lang="en-US" sz="1400"/>
              <a:t>2 = Asia</a:t>
            </a:r>
          </a:p>
          <a:p>
            <a:r>
              <a:rPr lang="en-US" sz="1400"/>
              <a:t>3 = North America</a:t>
            </a:r>
          </a:p>
          <a:p>
            <a:r>
              <a:rPr lang="en-US" sz="1400"/>
              <a:t>4 = Australia</a:t>
            </a:r>
          </a:p>
          <a:p>
            <a:r>
              <a:rPr lang="en-US" sz="1400"/>
              <a:t> 5 = Other (Africa + South America).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F5C772-5AAF-87B4-9C8D-88F12230FF5C}"/>
              </a:ext>
            </a:extLst>
          </p:cNvPr>
          <p:cNvSpPr txBox="1"/>
          <p:nvPr/>
        </p:nvSpPr>
        <p:spPr>
          <a:xfrm>
            <a:off x="226202" y="4219320"/>
            <a:ext cx="85973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r>
              <a:rPr lang="en-US"/>
              <a:t>Note: Effect sizes and 95% confidence intervals are shown for each continent. The grouped “Other” category ensures statistical stability due to limited study counts from Africa and South America.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0143E-EE35-9088-353C-71C97E546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E451E65E-7A67-B2E4-97F4-C227D2E31625}"/>
              </a:ext>
            </a:extLst>
          </p:cNvPr>
          <p:cNvSpPr txBox="1"/>
          <p:nvPr/>
        </p:nvSpPr>
        <p:spPr>
          <a:xfrm>
            <a:off x="8802477" y="4890564"/>
            <a:ext cx="159144" cy="154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Arial"/>
                <a:cs typeface="Arial"/>
              </a:rPr>
              <a:t>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1310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A2973-03EB-2F04-42FA-BCFC9559C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799739F-8A68-A879-1E36-3563D5CB1677}"/>
              </a:ext>
            </a:extLst>
          </p:cNvPr>
          <p:cNvGrpSpPr>
            <a:grpSpLocks noChangeAspect="1"/>
          </p:cNvGrpSpPr>
          <p:nvPr/>
        </p:nvGrpSpPr>
        <p:grpSpPr>
          <a:xfrm>
            <a:off x="8218808" y="323993"/>
            <a:ext cx="604780" cy="318512"/>
            <a:chOff x="0" y="0"/>
            <a:chExt cx="604774" cy="3185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37A9170-9F6B-5668-C62A-3B4CAB19841E}"/>
                </a:ext>
              </a:extLst>
            </p:cNvPr>
            <p:cNvSpPr/>
            <p:nvPr/>
          </p:nvSpPr>
          <p:spPr>
            <a:xfrm>
              <a:off x="0" y="0"/>
              <a:ext cx="604774" cy="318516"/>
            </a:xfrm>
            <a:custGeom>
              <a:avLst/>
              <a:gdLst/>
              <a:ahLst/>
              <a:cxnLst/>
              <a:rect l="l" t="t" r="r" b="b"/>
              <a:pathLst>
                <a:path w="604774" h="318516">
                  <a:moveTo>
                    <a:pt x="0" y="0"/>
                  </a:moveTo>
                  <a:lnTo>
                    <a:pt x="0" y="57023"/>
                  </a:lnTo>
                  <a:lnTo>
                    <a:pt x="57023" y="57023"/>
                  </a:lnTo>
                  <a:lnTo>
                    <a:pt x="57023" y="318516"/>
                  </a:lnTo>
                  <a:lnTo>
                    <a:pt x="114300" y="318516"/>
                  </a:lnTo>
                  <a:lnTo>
                    <a:pt x="114300" y="57023"/>
                  </a:lnTo>
                  <a:lnTo>
                    <a:pt x="179578" y="57023"/>
                  </a:lnTo>
                  <a:lnTo>
                    <a:pt x="179578" y="318516"/>
                  </a:lnTo>
                  <a:lnTo>
                    <a:pt x="359283" y="318516"/>
                  </a:lnTo>
                  <a:lnTo>
                    <a:pt x="359283" y="57023"/>
                  </a:lnTo>
                  <a:lnTo>
                    <a:pt x="424815" y="57023"/>
                  </a:lnTo>
                  <a:lnTo>
                    <a:pt x="424815" y="318516"/>
                  </a:lnTo>
                  <a:lnTo>
                    <a:pt x="481965" y="318516"/>
                  </a:lnTo>
                  <a:lnTo>
                    <a:pt x="481965" y="57023"/>
                  </a:lnTo>
                  <a:lnTo>
                    <a:pt x="547624" y="57023"/>
                  </a:lnTo>
                  <a:lnTo>
                    <a:pt x="547624" y="318516"/>
                  </a:lnTo>
                  <a:lnTo>
                    <a:pt x="604774" y="318516"/>
                  </a:lnTo>
                  <a:lnTo>
                    <a:pt x="604774" y="0"/>
                  </a:lnTo>
                  <a:lnTo>
                    <a:pt x="302133" y="0"/>
                  </a:lnTo>
                  <a:lnTo>
                    <a:pt x="302133" y="261366"/>
                  </a:lnTo>
                  <a:lnTo>
                    <a:pt x="236855" y="261366"/>
                  </a:lnTo>
                  <a:lnTo>
                    <a:pt x="236855" y="0"/>
                  </a:lnTo>
                  <a:close/>
                </a:path>
              </a:pathLst>
            </a:custGeom>
            <a:solidFill>
              <a:srgbClr val="0065BD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9CC2D683-7FFA-15AD-F051-B72CB3AF2343}"/>
              </a:ext>
            </a:extLst>
          </p:cNvPr>
          <p:cNvSpPr txBox="1"/>
          <p:nvPr/>
        </p:nvSpPr>
        <p:spPr>
          <a:xfrm>
            <a:off x="1322784" y="1196740"/>
            <a:ext cx="89887" cy="379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4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92DE55A5-365F-F309-EF9E-230E8D58C994}"/>
              </a:ext>
            </a:extLst>
          </p:cNvPr>
          <p:cNvCxnSpPr/>
          <p:nvPr/>
        </p:nvCxnSpPr>
        <p:spPr>
          <a:xfrm>
            <a:off x="301125" y="1158175"/>
            <a:ext cx="8223250" cy="1048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6">
            <a:extLst>
              <a:ext uri="{FF2B5EF4-FFF2-40B4-BE49-F238E27FC236}">
                <a16:creationId xmlns:a16="http://schemas.microsoft.com/office/drawing/2014/main" id="{AEA4F85B-5D3B-3426-2511-45C666616542}"/>
              </a:ext>
            </a:extLst>
          </p:cNvPr>
          <p:cNvSpPr txBox="1"/>
          <p:nvPr/>
        </p:nvSpPr>
        <p:spPr>
          <a:xfrm>
            <a:off x="306820" y="670289"/>
            <a:ext cx="7343660" cy="15695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7"/>
              </a:lnSpc>
            </a:pPr>
            <a:r>
              <a:rPr lang="en-US" sz="2400">
                <a:ea typeface="Calibri"/>
                <a:cs typeface="Calibri"/>
              </a:rPr>
              <a:t>Results – Moderator Analyses Industry type </a:t>
            </a:r>
            <a:endParaRPr lang="en-US" sz="2400">
              <a:latin typeface="Arial"/>
              <a:ea typeface="Calibri"/>
              <a:cs typeface="Arial"/>
            </a:endParaRPr>
          </a:p>
          <a:p>
            <a:endParaRPr lang="en-US" sz="2400">
              <a:latin typeface="Arial"/>
              <a:ea typeface="Calibri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latin typeface="Arial"/>
              <a:cs typeface="Arial"/>
            </a:endParaRPr>
          </a:p>
        </p:txBody>
      </p:sp>
      <p:pic>
        <p:nvPicPr>
          <p:cNvPr id="4" name="Picture 3" descr="A graph with red and green lines&#10;&#10;AI-generated content may be incorrect.">
            <a:extLst>
              <a:ext uri="{FF2B5EF4-FFF2-40B4-BE49-F238E27FC236}">
                <a16:creationId xmlns:a16="http://schemas.microsoft.com/office/drawing/2014/main" id="{EDE82430-B9CE-A2FC-BE10-CD3E53C450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125" y="1400415"/>
            <a:ext cx="5703759" cy="280643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92F643-C56A-BACA-FD06-54933F87D186}"/>
              </a:ext>
            </a:extLst>
          </p:cNvPr>
          <p:cNvSpPr txBox="1"/>
          <p:nvPr/>
        </p:nvSpPr>
        <p:spPr>
          <a:xfrm>
            <a:off x="6092807" y="2326576"/>
            <a:ext cx="29786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Industry types were coded as follows:</a:t>
            </a:r>
            <a:br>
              <a:rPr lang="en-US" sz="1400"/>
            </a:br>
            <a:r>
              <a:rPr lang="en-US" sz="1400"/>
              <a:t>1 = Manufacturing</a:t>
            </a:r>
          </a:p>
          <a:p>
            <a:r>
              <a:rPr lang="en-US" sz="1400"/>
              <a:t>2 = Services</a:t>
            </a:r>
          </a:p>
          <a:p>
            <a:r>
              <a:rPr lang="en-US" sz="1400"/>
              <a:t>3 = Mixed/Other.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CF251B-E5D8-4129-C0B8-3362036A58D8}"/>
              </a:ext>
            </a:extLst>
          </p:cNvPr>
          <p:cNvSpPr txBox="1"/>
          <p:nvPr/>
        </p:nvSpPr>
        <p:spPr>
          <a:xfrm>
            <a:off x="301125" y="4334711"/>
            <a:ext cx="89066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Confidence interval overlap across industry types suggests limited moderating influence of industry on the ACAP–performance link.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EE332D-8A94-19C6-73FB-B444736B7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BD2B5FC2-7981-1180-EB77-AA84080045C9}"/>
              </a:ext>
            </a:extLst>
          </p:cNvPr>
          <p:cNvSpPr txBox="1"/>
          <p:nvPr/>
        </p:nvSpPr>
        <p:spPr>
          <a:xfrm>
            <a:off x="8802477" y="4890564"/>
            <a:ext cx="159144" cy="154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Arial"/>
                <a:cs typeface="Arial"/>
              </a:rPr>
              <a:t>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3503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3001E-C05D-6616-A223-344DFCBE1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4263043-46C1-2B60-05BF-931D9929010B}"/>
              </a:ext>
            </a:extLst>
          </p:cNvPr>
          <p:cNvGrpSpPr>
            <a:grpSpLocks noChangeAspect="1"/>
          </p:cNvGrpSpPr>
          <p:nvPr/>
        </p:nvGrpSpPr>
        <p:grpSpPr>
          <a:xfrm>
            <a:off x="8218808" y="323993"/>
            <a:ext cx="604780" cy="318512"/>
            <a:chOff x="0" y="0"/>
            <a:chExt cx="604774" cy="3185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776A3F7-5DFA-60C4-CFD0-5FEB50B6D471}"/>
                </a:ext>
              </a:extLst>
            </p:cNvPr>
            <p:cNvSpPr/>
            <p:nvPr/>
          </p:nvSpPr>
          <p:spPr>
            <a:xfrm>
              <a:off x="0" y="0"/>
              <a:ext cx="604774" cy="318516"/>
            </a:xfrm>
            <a:custGeom>
              <a:avLst/>
              <a:gdLst/>
              <a:ahLst/>
              <a:cxnLst/>
              <a:rect l="l" t="t" r="r" b="b"/>
              <a:pathLst>
                <a:path w="604774" h="318516">
                  <a:moveTo>
                    <a:pt x="0" y="0"/>
                  </a:moveTo>
                  <a:lnTo>
                    <a:pt x="0" y="57023"/>
                  </a:lnTo>
                  <a:lnTo>
                    <a:pt x="57023" y="57023"/>
                  </a:lnTo>
                  <a:lnTo>
                    <a:pt x="57023" y="318516"/>
                  </a:lnTo>
                  <a:lnTo>
                    <a:pt x="114300" y="318516"/>
                  </a:lnTo>
                  <a:lnTo>
                    <a:pt x="114300" y="57023"/>
                  </a:lnTo>
                  <a:lnTo>
                    <a:pt x="179578" y="57023"/>
                  </a:lnTo>
                  <a:lnTo>
                    <a:pt x="179578" y="318516"/>
                  </a:lnTo>
                  <a:lnTo>
                    <a:pt x="359283" y="318516"/>
                  </a:lnTo>
                  <a:lnTo>
                    <a:pt x="359283" y="57023"/>
                  </a:lnTo>
                  <a:lnTo>
                    <a:pt x="424815" y="57023"/>
                  </a:lnTo>
                  <a:lnTo>
                    <a:pt x="424815" y="318516"/>
                  </a:lnTo>
                  <a:lnTo>
                    <a:pt x="481965" y="318516"/>
                  </a:lnTo>
                  <a:lnTo>
                    <a:pt x="481965" y="57023"/>
                  </a:lnTo>
                  <a:lnTo>
                    <a:pt x="547624" y="57023"/>
                  </a:lnTo>
                  <a:lnTo>
                    <a:pt x="547624" y="318516"/>
                  </a:lnTo>
                  <a:lnTo>
                    <a:pt x="604774" y="318516"/>
                  </a:lnTo>
                  <a:lnTo>
                    <a:pt x="604774" y="0"/>
                  </a:lnTo>
                  <a:lnTo>
                    <a:pt x="302133" y="0"/>
                  </a:lnTo>
                  <a:lnTo>
                    <a:pt x="302133" y="261366"/>
                  </a:lnTo>
                  <a:lnTo>
                    <a:pt x="236855" y="261366"/>
                  </a:lnTo>
                  <a:lnTo>
                    <a:pt x="236855" y="0"/>
                  </a:lnTo>
                  <a:close/>
                </a:path>
              </a:pathLst>
            </a:custGeom>
            <a:solidFill>
              <a:srgbClr val="0065BD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2746146E-C1FB-CD24-3904-F18B073E71EC}"/>
              </a:ext>
            </a:extLst>
          </p:cNvPr>
          <p:cNvSpPr txBox="1"/>
          <p:nvPr/>
        </p:nvSpPr>
        <p:spPr>
          <a:xfrm>
            <a:off x="1322784" y="1196740"/>
            <a:ext cx="89887" cy="379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4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3907D50D-760E-16CC-D597-1EB19E16D72B}"/>
              </a:ext>
            </a:extLst>
          </p:cNvPr>
          <p:cNvCxnSpPr/>
          <p:nvPr/>
        </p:nvCxnSpPr>
        <p:spPr>
          <a:xfrm>
            <a:off x="301125" y="1158175"/>
            <a:ext cx="8223250" cy="1048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6">
            <a:extLst>
              <a:ext uri="{FF2B5EF4-FFF2-40B4-BE49-F238E27FC236}">
                <a16:creationId xmlns:a16="http://schemas.microsoft.com/office/drawing/2014/main" id="{28ED984F-7417-231D-0394-74DA58CF6BD3}"/>
              </a:ext>
            </a:extLst>
          </p:cNvPr>
          <p:cNvSpPr txBox="1"/>
          <p:nvPr/>
        </p:nvSpPr>
        <p:spPr>
          <a:xfrm>
            <a:off x="306820" y="670289"/>
            <a:ext cx="7343660" cy="8053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7"/>
              </a:lnSpc>
            </a:pPr>
            <a:r>
              <a:rPr lang="en-US" sz="2400">
                <a:ea typeface="Calibri"/>
                <a:cs typeface="Calibri"/>
              </a:rPr>
              <a:t>Results –  Hypotheses Summary</a:t>
            </a:r>
            <a:endParaRPr lang="en-US" sz="2400">
              <a:latin typeface="Arial"/>
              <a:ea typeface="Calibri"/>
              <a:cs typeface="Arial"/>
            </a:endParaRPr>
          </a:p>
          <a:p>
            <a:endParaRPr lang="en-US" sz="2400">
              <a:latin typeface="Arial"/>
              <a:ea typeface="Calibri"/>
              <a:cs typeface="Arial"/>
            </a:endParaRPr>
          </a:p>
        </p:txBody>
      </p:sp>
      <p:pic>
        <p:nvPicPr>
          <p:cNvPr id="5" name="Picture 4" descr="A table with black and white text&#10;&#10;AI-generated content may be incorrect.">
            <a:extLst>
              <a:ext uri="{FF2B5EF4-FFF2-40B4-BE49-F238E27FC236}">
                <a16:creationId xmlns:a16="http://schemas.microsoft.com/office/drawing/2014/main" id="{931B381A-7069-B5A4-F382-C29803BCDE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210" y="1196740"/>
            <a:ext cx="6355080" cy="375738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85022-7440-B0A8-3CDC-6C4E37BED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1C5F3D56-C761-E40C-CF5D-ACB6564C4DC9}"/>
              </a:ext>
            </a:extLst>
          </p:cNvPr>
          <p:cNvSpPr txBox="1"/>
          <p:nvPr/>
        </p:nvSpPr>
        <p:spPr>
          <a:xfrm>
            <a:off x="8823993" y="4890564"/>
            <a:ext cx="159144" cy="185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endParaRPr lang="en-US"/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5A949B95-2250-E986-61F4-EE4159535DB3}"/>
              </a:ext>
            </a:extLst>
          </p:cNvPr>
          <p:cNvSpPr txBox="1"/>
          <p:nvPr/>
        </p:nvSpPr>
        <p:spPr>
          <a:xfrm>
            <a:off x="8802477" y="4890564"/>
            <a:ext cx="159144" cy="1512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7557631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8E89E-2830-C5FB-E47A-EBD2F9D84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9EAEDB0-C6A3-419F-42F6-90E82E51F4C4}"/>
              </a:ext>
            </a:extLst>
          </p:cNvPr>
          <p:cNvGrpSpPr>
            <a:grpSpLocks noChangeAspect="1"/>
          </p:cNvGrpSpPr>
          <p:nvPr/>
        </p:nvGrpSpPr>
        <p:grpSpPr>
          <a:xfrm>
            <a:off x="8218808" y="323993"/>
            <a:ext cx="604780" cy="318512"/>
            <a:chOff x="0" y="0"/>
            <a:chExt cx="604774" cy="3185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6BC8669-FD75-DC70-F3BA-866B8239D0A8}"/>
                </a:ext>
              </a:extLst>
            </p:cNvPr>
            <p:cNvSpPr/>
            <p:nvPr/>
          </p:nvSpPr>
          <p:spPr>
            <a:xfrm>
              <a:off x="0" y="0"/>
              <a:ext cx="604774" cy="318516"/>
            </a:xfrm>
            <a:custGeom>
              <a:avLst/>
              <a:gdLst/>
              <a:ahLst/>
              <a:cxnLst/>
              <a:rect l="l" t="t" r="r" b="b"/>
              <a:pathLst>
                <a:path w="604774" h="318516">
                  <a:moveTo>
                    <a:pt x="0" y="0"/>
                  </a:moveTo>
                  <a:lnTo>
                    <a:pt x="0" y="57023"/>
                  </a:lnTo>
                  <a:lnTo>
                    <a:pt x="57023" y="57023"/>
                  </a:lnTo>
                  <a:lnTo>
                    <a:pt x="57023" y="318516"/>
                  </a:lnTo>
                  <a:lnTo>
                    <a:pt x="114300" y="318516"/>
                  </a:lnTo>
                  <a:lnTo>
                    <a:pt x="114300" y="57023"/>
                  </a:lnTo>
                  <a:lnTo>
                    <a:pt x="179578" y="57023"/>
                  </a:lnTo>
                  <a:lnTo>
                    <a:pt x="179578" y="318516"/>
                  </a:lnTo>
                  <a:lnTo>
                    <a:pt x="359283" y="318516"/>
                  </a:lnTo>
                  <a:lnTo>
                    <a:pt x="359283" y="57023"/>
                  </a:lnTo>
                  <a:lnTo>
                    <a:pt x="424815" y="57023"/>
                  </a:lnTo>
                  <a:lnTo>
                    <a:pt x="424815" y="318516"/>
                  </a:lnTo>
                  <a:lnTo>
                    <a:pt x="481965" y="318516"/>
                  </a:lnTo>
                  <a:lnTo>
                    <a:pt x="481965" y="57023"/>
                  </a:lnTo>
                  <a:lnTo>
                    <a:pt x="547624" y="57023"/>
                  </a:lnTo>
                  <a:lnTo>
                    <a:pt x="547624" y="318516"/>
                  </a:lnTo>
                  <a:lnTo>
                    <a:pt x="604774" y="318516"/>
                  </a:lnTo>
                  <a:lnTo>
                    <a:pt x="604774" y="0"/>
                  </a:lnTo>
                  <a:lnTo>
                    <a:pt x="302133" y="0"/>
                  </a:lnTo>
                  <a:lnTo>
                    <a:pt x="302133" y="261366"/>
                  </a:lnTo>
                  <a:lnTo>
                    <a:pt x="236855" y="261366"/>
                  </a:lnTo>
                  <a:lnTo>
                    <a:pt x="236855" y="0"/>
                  </a:lnTo>
                  <a:close/>
                </a:path>
              </a:pathLst>
            </a:custGeom>
            <a:solidFill>
              <a:srgbClr val="0065BD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D7D6C7DC-7B99-28D4-9287-985B125B39A7}"/>
              </a:ext>
            </a:extLst>
          </p:cNvPr>
          <p:cNvSpPr txBox="1"/>
          <p:nvPr/>
        </p:nvSpPr>
        <p:spPr>
          <a:xfrm>
            <a:off x="1322784" y="1196740"/>
            <a:ext cx="89887" cy="379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4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7078CFE5-7E3D-5DE2-4AD8-25799B17A189}"/>
              </a:ext>
            </a:extLst>
          </p:cNvPr>
          <p:cNvCxnSpPr/>
          <p:nvPr/>
        </p:nvCxnSpPr>
        <p:spPr>
          <a:xfrm>
            <a:off x="301125" y="1158175"/>
            <a:ext cx="8223250" cy="1048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6">
            <a:extLst>
              <a:ext uri="{FF2B5EF4-FFF2-40B4-BE49-F238E27FC236}">
                <a16:creationId xmlns:a16="http://schemas.microsoft.com/office/drawing/2014/main" id="{EB5A6500-B154-72D8-1978-13ECEF3E5F48}"/>
              </a:ext>
            </a:extLst>
          </p:cNvPr>
          <p:cNvSpPr txBox="1"/>
          <p:nvPr/>
        </p:nvSpPr>
        <p:spPr>
          <a:xfrm>
            <a:off x="306820" y="670289"/>
            <a:ext cx="7343660" cy="15695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7"/>
              </a:lnSpc>
            </a:pPr>
            <a:r>
              <a:rPr lang="en-US" sz="2400">
                <a:ea typeface="Calibri"/>
                <a:cs typeface="Calibri"/>
              </a:rPr>
              <a:t>Discussion – Theoretical Implications  </a:t>
            </a:r>
            <a:endParaRPr lang="en-US" sz="2400">
              <a:latin typeface="Arial"/>
              <a:ea typeface="Calibri"/>
              <a:cs typeface="Arial"/>
            </a:endParaRPr>
          </a:p>
          <a:p>
            <a:endParaRPr lang="en-US" sz="2400">
              <a:latin typeface="Arial"/>
              <a:ea typeface="Calibri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latin typeface="Arial"/>
              <a:cs typeface="Arial"/>
            </a:endParaRP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D5F425A4-AE8C-096D-2962-07BC720D70BE}"/>
              </a:ext>
            </a:extLst>
          </p:cNvPr>
          <p:cNvSpPr txBox="1"/>
          <p:nvPr/>
        </p:nvSpPr>
        <p:spPr>
          <a:xfrm>
            <a:off x="306573" y="1456746"/>
            <a:ext cx="25037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b="1">
                <a:solidFill>
                  <a:schemeClr val="accent1"/>
                </a:solidFill>
              </a:rPr>
              <a:t>ACAP as Resource </a:t>
            </a:r>
            <a:endParaRPr lang="tr-TR" b="1">
              <a:solidFill>
                <a:schemeClr val="accent1"/>
              </a:solidFill>
              <a:ea typeface="Calibri"/>
              <a:cs typeface="Calibri"/>
            </a:endParaRP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B0BF6504-1A70-DDA7-793B-C260F06CDB3D}"/>
              </a:ext>
            </a:extLst>
          </p:cNvPr>
          <p:cNvSpPr txBox="1"/>
          <p:nvPr/>
        </p:nvSpPr>
        <p:spPr>
          <a:xfrm>
            <a:off x="3039525" y="1463918"/>
            <a:ext cx="242039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b="1" noProof="1">
                <a:solidFill>
                  <a:schemeClr val="accent1"/>
                </a:solidFill>
              </a:rPr>
              <a:t>Contextual Moderation</a:t>
            </a:r>
            <a:endParaRPr lang="tr-TR" b="1" noProof="1">
              <a:solidFill>
                <a:schemeClr val="accent1"/>
              </a:solidFill>
              <a:ea typeface="Calibri"/>
              <a:cs typeface="Calibri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2FABA2E-B1AC-183B-E6FC-2BB1178252F5}"/>
              </a:ext>
            </a:extLst>
          </p:cNvPr>
          <p:cNvSpPr txBox="1"/>
          <p:nvPr/>
        </p:nvSpPr>
        <p:spPr>
          <a:xfrm>
            <a:off x="6276409" y="1463918"/>
            <a:ext cx="209724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b="1" err="1">
                <a:solidFill>
                  <a:schemeClr val="accent1"/>
                </a:solidFill>
                <a:ea typeface="+mn-lt"/>
                <a:cs typeface="+mn-lt"/>
              </a:rPr>
              <a:t>Regional</a:t>
            </a:r>
            <a:r>
              <a:rPr lang="tr-TR" b="1">
                <a:solidFill>
                  <a:schemeClr val="accent1"/>
                </a:solidFill>
                <a:ea typeface="+mn-lt"/>
                <a:cs typeface="+mn-lt"/>
              </a:rPr>
              <a:t> </a:t>
            </a:r>
            <a:r>
              <a:rPr lang="tr-TR" b="1" err="1">
                <a:solidFill>
                  <a:schemeClr val="accent1"/>
                </a:solidFill>
                <a:ea typeface="+mn-lt"/>
                <a:cs typeface="+mn-lt"/>
              </a:rPr>
              <a:t>Variation</a:t>
            </a:r>
            <a:endParaRPr lang="tr-TR" b="1">
              <a:solidFill>
                <a:schemeClr val="accent1"/>
              </a:solidFill>
              <a:ea typeface="Calibri"/>
              <a:cs typeface="Calibri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14DD9AC9-3C61-ADF7-8F39-C5B72FFFB0EE}"/>
              </a:ext>
            </a:extLst>
          </p:cNvPr>
          <p:cNvSpPr txBox="1"/>
          <p:nvPr/>
        </p:nvSpPr>
        <p:spPr>
          <a:xfrm>
            <a:off x="299768" y="1987310"/>
            <a:ext cx="274320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1600"/>
              <a:t>Confirms Resource-Based View </a:t>
            </a:r>
            <a:endParaRPr lang="en-US" sz="16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1600"/>
              <a:t>ACAP = valuable intangible capability</a:t>
            </a:r>
            <a:endParaRPr lang="en-US" sz="16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1600"/>
              <a:t>Enhances competitive advantage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1C7F32B1-A6B9-9571-89D2-41E8FF56088C}"/>
              </a:ext>
            </a:extLst>
          </p:cNvPr>
          <p:cNvSpPr txBox="1"/>
          <p:nvPr/>
        </p:nvSpPr>
        <p:spPr>
          <a:xfrm>
            <a:off x="3041948" y="1984916"/>
            <a:ext cx="2935948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ea typeface="+mn-lt"/>
                <a:cs typeface="+mn-lt"/>
              </a:rPr>
              <a:t>Time </a:t>
            </a:r>
            <a:r>
              <a:rPr lang="en-US" sz="1600">
                <a:ea typeface="+mn-lt"/>
                <a:cs typeface="+mn-lt"/>
              </a:rPr>
              <a:t>moderates the relationship</a:t>
            </a:r>
            <a:br>
              <a:rPr lang="en-US" sz="1600">
                <a:ea typeface="+mn-lt"/>
                <a:cs typeface="+mn-lt"/>
              </a:rPr>
            </a:br>
            <a:r>
              <a:rPr lang="en-US" sz="1600" b="1">
                <a:solidFill>
                  <a:schemeClr val="accent1"/>
                </a:solidFill>
                <a:ea typeface="+mn-lt"/>
                <a:cs typeface="+mn-lt"/>
              </a:rPr>
              <a:t>→</a:t>
            </a:r>
            <a:r>
              <a:rPr lang="en-US" sz="1600">
                <a:ea typeface="+mn-lt"/>
                <a:cs typeface="+mn-lt"/>
              </a:rPr>
              <a:t> Digital transformation and knowledge flow = stronger ACAP impact</a:t>
            </a:r>
            <a:endParaRPr lang="en-US" sz="1600">
              <a:ea typeface="Calibri"/>
              <a:cs typeface="Calibri"/>
            </a:endParaRPr>
          </a:p>
          <a:p>
            <a:endParaRPr lang="en-US" sz="1600">
              <a:ea typeface="+mn-lt"/>
              <a:cs typeface="+mn-lt"/>
            </a:endParaRPr>
          </a:p>
          <a:p>
            <a:r>
              <a:rPr lang="en-US" sz="1600" b="1">
                <a:ea typeface="+mn-lt"/>
                <a:cs typeface="+mn-lt"/>
              </a:rPr>
              <a:t>Culture </a:t>
            </a:r>
            <a:r>
              <a:rPr lang="en-US" sz="1600">
                <a:ea typeface="+mn-lt"/>
                <a:cs typeface="+mn-lt"/>
              </a:rPr>
              <a:t>matters</a:t>
            </a:r>
            <a:br>
              <a:rPr lang="en-US" sz="1600" b="1">
                <a:ea typeface="+mn-lt"/>
                <a:cs typeface="+mn-lt"/>
              </a:rPr>
            </a:br>
            <a:r>
              <a:rPr lang="en-US" sz="1600" b="1">
                <a:solidFill>
                  <a:schemeClr val="accent1"/>
                </a:solidFill>
                <a:ea typeface="+mn-lt"/>
                <a:cs typeface="+mn-lt"/>
              </a:rPr>
              <a:t>→ </a:t>
            </a:r>
            <a:r>
              <a:rPr lang="en-US" sz="1600" b="1">
                <a:ea typeface="+mn-lt"/>
                <a:cs typeface="+mn-lt"/>
              </a:rPr>
              <a:t>High uncertainty avoidance weakens</a:t>
            </a:r>
            <a:r>
              <a:rPr lang="en-US" sz="1600">
                <a:ea typeface="+mn-lt"/>
                <a:cs typeface="+mn-lt"/>
              </a:rPr>
              <a:t> the ACAP–performance link</a:t>
            </a:r>
            <a:endParaRPr lang="en-US" sz="1600">
              <a:ea typeface="Calibri"/>
              <a:cs typeface="Calibri"/>
            </a:endParaRPr>
          </a:p>
          <a:p>
            <a:pPr algn="l"/>
            <a:endParaRPr lang="en-US" sz="1600">
              <a:ea typeface="Calibri"/>
              <a:cs typeface="Calibri"/>
            </a:endParaRPr>
          </a:p>
        </p:txBody>
      </p:sp>
      <p:pic>
        <p:nvPicPr>
          <p:cNvPr id="8" name="Resim 7" descr="vites, metin, madeni eşya, dair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50D883D-7209-33D5-9FEA-BDDA4A9243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622" b="27568"/>
          <a:stretch>
            <a:fillRect/>
          </a:stretch>
        </p:blipFill>
        <p:spPr>
          <a:xfrm>
            <a:off x="352469" y="3715934"/>
            <a:ext cx="2453137" cy="1056465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3773EDA0-6B52-DC21-F7A4-A6F17E157191}"/>
              </a:ext>
            </a:extLst>
          </p:cNvPr>
          <p:cNvSpPr txBox="1"/>
          <p:nvPr/>
        </p:nvSpPr>
        <p:spPr>
          <a:xfrm>
            <a:off x="6278952" y="1987310"/>
            <a:ext cx="274320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ACAP’s impact </a:t>
            </a:r>
            <a:r>
              <a:rPr lang="en-US" b="1"/>
              <a:t>is not universal</a:t>
            </a:r>
          </a:p>
          <a:p>
            <a:pPr marL="228600" indent="-228600">
              <a:buFont typeface=""/>
              <a:buChar char="•"/>
            </a:pPr>
            <a:r>
              <a:rPr lang="en-US"/>
              <a:t>Varies by:</a:t>
            </a:r>
            <a:endParaRPr lang="en-US">
              <a:ea typeface="Calibri"/>
              <a:cs typeface="Calibri"/>
            </a:endParaRPr>
          </a:p>
          <a:p>
            <a:pPr marL="0" lvl="1"/>
            <a:r>
              <a:rPr lang="en-US" b="1"/>
              <a:t> Geography</a:t>
            </a:r>
            <a:r>
              <a:rPr lang="en-US"/>
              <a:t> (e.g., Asia vs Europe)</a:t>
            </a:r>
            <a:endParaRPr lang="en-US">
              <a:ea typeface="Calibri"/>
              <a:cs typeface="Calibri"/>
            </a:endParaRPr>
          </a:p>
          <a:p>
            <a:pPr marL="0" lvl="1"/>
            <a:r>
              <a:rPr lang="en-US" b="1"/>
              <a:t> Industry</a:t>
            </a:r>
            <a:r>
              <a:rPr lang="en-US"/>
              <a:t> (e.g., knowledge-intensive vs service)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C01B949-A87B-4F23-F24E-3B8112121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10A692EA-07FA-56AA-4B55-F42C6E8865F6}"/>
              </a:ext>
            </a:extLst>
          </p:cNvPr>
          <p:cNvSpPr txBox="1"/>
          <p:nvPr/>
        </p:nvSpPr>
        <p:spPr>
          <a:xfrm>
            <a:off x="8802477" y="4890564"/>
            <a:ext cx="159144" cy="154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Arial"/>
                <a:cs typeface="Arial"/>
              </a:rPr>
              <a:t>27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352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6AA57-4BD7-3CC9-41F6-42702B92C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900D79B-A7EF-141D-9012-0126E6587FCA}"/>
              </a:ext>
            </a:extLst>
          </p:cNvPr>
          <p:cNvGrpSpPr>
            <a:grpSpLocks noChangeAspect="1"/>
          </p:cNvGrpSpPr>
          <p:nvPr/>
        </p:nvGrpSpPr>
        <p:grpSpPr>
          <a:xfrm>
            <a:off x="8218808" y="323993"/>
            <a:ext cx="604780" cy="318512"/>
            <a:chOff x="0" y="0"/>
            <a:chExt cx="604774" cy="3185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2DDFB89-E370-4CBF-0B00-3607032BA657}"/>
                </a:ext>
              </a:extLst>
            </p:cNvPr>
            <p:cNvSpPr/>
            <p:nvPr/>
          </p:nvSpPr>
          <p:spPr>
            <a:xfrm>
              <a:off x="0" y="0"/>
              <a:ext cx="604774" cy="318516"/>
            </a:xfrm>
            <a:custGeom>
              <a:avLst/>
              <a:gdLst/>
              <a:ahLst/>
              <a:cxnLst/>
              <a:rect l="l" t="t" r="r" b="b"/>
              <a:pathLst>
                <a:path w="604774" h="318516">
                  <a:moveTo>
                    <a:pt x="0" y="0"/>
                  </a:moveTo>
                  <a:lnTo>
                    <a:pt x="0" y="57023"/>
                  </a:lnTo>
                  <a:lnTo>
                    <a:pt x="57023" y="57023"/>
                  </a:lnTo>
                  <a:lnTo>
                    <a:pt x="57023" y="318516"/>
                  </a:lnTo>
                  <a:lnTo>
                    <a:pt x="114300" y="318516"/>
                  </a:lnTo>
                  <a:lnTo>
                    <a:pt x="114300" y="57023"/>
                  </a:lnTo>
                  <a:lnTo>
                    <a:pt x="179578" y="57023"/>
                  </a:lnTo>
                  <a:lnTo>
                    <a:pt x="179578" y="318516"/>
                  </a:lnTo>
                  <a:lnTo>
                    <a:pt x="359283" y="318516"/>
                  </a:lnTo>
                  <a:lnTo>
                    <a:pt x="359283" y="57023"/>
                  </a:lnTo>
                  <a:lnTo>
                    <a:pt x="424815" y="57023"/>
                  </a:lnTo>
                  <a:lnTo>
                    <a:pt x="424815" y="318516"/>
                  </a:lnTo>
                  <a:lnTo>
                    <a:pt x="481965" y="318516"/>
                  </a:lnTo>
                  <a:lnTo>
                    <a:pt x="481965" y="57023"/>
                  </a:lnTo>
                  <a:lnTo>
                    <a:pt x="547624" y="57023"/>
                  </a:lnTo>
                  <a:lnTo>
                    <a:pt x="547624" y="318516"/>
                  </a:lnTo>
                  <a:lnTo>
                    <a:pt x="604774" y="318516"/>
                  </a:lnTo>
                  <a:lnTo>
                    <a:pt x="604774" y="0"/>
                  </a:lnTo>
                  <a:lnTo>
                    <a:pt x="302133" y="0"/>
                  </a:lnTo>
                  <a:lnTo>
                    <a:pt x="302133" y="261366"/>
                  </a:lnTo>
                  <a:lnTo>
                    <a:pt x="236855" y="261366"/>
                  </a:lnTo>
                  <a:lnTo>
                    <a:pt x="236855" y="0"/>
                  </a:lnTo>
                  <a:close/>
                </a:path>
              </a:pathLst>
            </a:custGeom>
            <a:solidFill>
              <a:srgbClr val="0065BD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24B86452-DE39-2933-6DC1-C5A2FF0F6CE5}"/>
              </a:ext>
            </a:extLst>
          </p:cNvPr>
          <p:cNvSpPr txBox="1"/>
          <p:nvPr/>
        </p:nvSpPr>
        <p:spPr>
          <a:xfrm>
            <a:off x="1322784" y="1196740"/>
            <a:ext cx="89887" cy="379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4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4CD03970-C039-C911-26EE-25AA02F8DF69}"/>
              </a:ext>
            </a:extLst>
          </p:cNvPr>
          <p:cNvCxnSpPr/>
          <p:nvPr/>
        </p:nvCxnSpPr>
        <p:spPr>
          <a:xfrm>
            <a:off x="301125" y="1158175"/>
            <a:ext cx="8223250" cy="1048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6">
            <a:extLst>
              <a:ext uri="{FF2B5EF4-FFF2-40B4-BE49-F238E27FC236}">
                <a16:creationId xmlns:a16="http://schemas.microsoft.com/office/drawing/2014/main" id="{F42D5B79-71DF-F402-87B8-60982283EB5A}"/>
              </a:ext>
            </a:extLst>
          </p:cNvPr>
          <p:cNvSpPr txBox="1"/>
          <p:nvPr/>
        </p:nvSpPr>
        <p:spPr>
          <a:xfrm>
            <a:off x="306820" y="670289"/>
            <a:ext cx="7343660" cy="1938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>
                <a:ea typeface="Calibri"/>
                <a:cs typeface="Calibri"/>
              </a:rPr>
              <a:t>Discussion – Practical Implications </a:t>
            </a:r>
          </a:p>
          <a:p>
            <a:pPr>
              <a:lnSpc>
                <a:spcPts val="3357"/>
              </a:lnSpc>
            </a:pPr>
            <a:endParaRPr lang="en-US" sz="2400">
              <a:latin typeface="Calibri"/>
              <a:ea typeface="Calibri"/>
              <a:cs typeface="Calibri"/>
            </a:endParaRPr>
          </a:p>
          <a:p>
            <a:endParaRPr lang="en-US" sz="2400">
              <a:latin typeface="Arial"/>
              <a:ea typeface="Calibri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latin typeface="Arial"/>
              <a:cs typeface="Arial"/>
            </a:endParaRP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9E9A6871-A24B-3FEF-A8DB-F540099B6D14}"/>
              </a:ext>
            </a:extLst>
          </p:cNvPr>
          <p:cNvSpPr txBox="1"/>
          <p:nvPr/>
        </p:nvSpPr>
        <p:spPr>
          <a:xfrm>
            <a:off x="301182" y="1462137"/>
            <a:ext cx="2412081" cy="6409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accent1"/>
                </a:solidFill>
                <a:ea typeface="+mn-lt"/>
                <a:cs typeface="+mn-lt"/>
              </a:rPr>
              <a:t>Invest in Knowledge Capabilities</a:t>
            </a:r>
            <a:endParaRPr lang="en-US" b="1">
              <a:solidFill>
                <a:schemeClr val="accent1"/>
              </a:solidFill>
              <a:ea typeface="Calibri"/>
              <a:cs typeface="Calibri"/>
            </a:endParaRP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CDEB2F7D-1474-1D33-EA0D-501630F6A272}"/>
              </a:ext>
            </a:extLst>
          </p:cNvPr>
          <p:cNvSpPr txBox="1"/>
          <p:nvPr/>
        </p:nvSpPr>
        <p:spPr>
          <a:xfrm>
            <a:off x="3147355" y="1463918"/>
            <a:ext cx="325607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accent1"/>
                </a:solidFill>
              </a:rPr>
              <a:t>Adapt to Cultural Context</a:t>
            </a:r>
            <a:endParaRPr lang="en-US">
              <a:solidFill>
                <a:schemeClr val="accent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tr-TR"/>
          </a:p>
          <a:p>
            <a:br>
              <a:rPr lang="en-US"/>
            </a:br>
            <a:endParaRPr lang="en-US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B334081F-D4D1-2118-7A42-90F0137DB339}"/>
              </a:ext>
            </a:extLst>
          </p:cNvPr>
          <p:cNvSpPr txBox="1"/>
          <p:nvPr/>
        </p:nvSpPr>
        <p:spPr>
          <a:xfrm>
            <a:off x="6276409" y="1458526"/>
            <a:ext cx="28679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accent1"/>
                </a:solidFill>
                <a:ea typeface="+mn-lt"/>
                <a:cs typeface="+mn-lt"/>
              </a:rPr>
              <a:t>Context-Specific ACAP Strategies</a:t>
            </a:r>
            <a:endParaRPr lang="en-US" b="1">
              <a:solidFill>
                <a:schemeClr val="accent1"/>
              </a:solidFill>
              <a:ea typeface="Calibri"/>
              <a:cs typeface="Calibri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C07B64CA-5661-0B16-7550-A5043152D6CC}"/>
              </a:ext>
            </a:extLst>
          </p:cNvPr>
          <p:cNvSpPr txBox="1"/>
          <p:nvPr/>
        </p:nvSpPr>
        <p:spPr>
          <a:xfrm>
            <a:off x="299768" y="2105923"/>
            <a:ext cx="2743200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ACAP strengthens performance 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b="1">
                <a:ea typeface="+mn-lt"/>
                <a:cs typeface="+mn-lt"/>
              </a:rPr>
              <a:t>Managerial takeaway</a:t>
            </a:r>
            <a:r>
              <a:rPr lang="en-US" sz="1600">
                <a:ea typeface="+mn-lt"/>
                <a:cs typeface="+mn-lt"/>
              </a:rPr>
              <a:t>: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r>
              <a:rPr lang="en-US" sz="1600">
                <a:ea typeface="+mn-lt"/>
                <a:cs typeface="+mn-lt"/>
              </a:rPr>
              <a:t>Support </a:t>
            </a:r>
            <a:r>
              <a:rPr lang="en-US" sz="1600" b="1">
                <a:ea typeface="+mn-lt"/>
                <a:cs typeface="+mn-lt"/>
              </a:rPr>
              <a:t>training</a:t>
            </a:r>
            <a:r>
              <a:rPr lang="en-US" sz="1600">
                <a:ea typeface="+mn-lt"/>
                <a:cs typeface="+mn-lt"/>
              </a:rPr>
              <a:t>, </a:t>
            </a:r>
            <a:r>
              <a:rPr lang="en-US" sz="1600" b="1">
                <a:ea typeface="+mn-lt"/>
                <a:cs typeface="+mn-lt"/>
              </a:rPr>
              <a:t>IT systems</a:t>
            </a:r>
            <a:r>
              <a:rPr lang="en-US" sz="1600">
                <a:ea typeface="+mn-lt"/>
                <a:cs typeface="+mn-lt"/>
              </a:rPr>
              <a:t>, and </a:t>
            </a:r>
            <a:r>
              <a:rPr lang="en-US" sz="1600" b="1">
                <a:ea typeface="+mn-lt"/>
                <a:cs typeface="+mn-lt"/>
              </a:rPr>
              <a:t>collaboration</a:t>
            </a:r>
            <a:endParaRPr lang="en-US">
              <a:ea typeface="Calibri"/>
              <a:cs typeface="Calibri"/>
            </a:endParaRPr>
          </a:p>
          <a:p>
            <a:endParaRPr lang="en-US" sz="1600">
              <a:ea typeface="Calibri"/>
              <a:cs typeface="Calibri"/>
            </a:endParaRPr>
          </a:p>
          <a:p>
            <a:r>
              <a:rPr lang="en-US" sz="1600" b="1">
                <a:ea typeface="+mn-lt"/>
                <a:cs typeface="+mn-lt"/>
              </a:rPr>
              <a:t>Why now?</a:t>
            </a:r>
            <a:br>
              <a:rPr lang="en-US" sz="1600" b="1">
                <a:ea typeface="+mn-lt"/>
                <a:cs typeface="+mn-lt"/>
              </a:rPr>
            </a:br>
            <a:r>
              <a:rPr lang="en-US" sz="1600" b="1">
                <a:ea typeface="+mn-lt"/>
                <a:cs typeface="+mn-lt"/>
              </a:rPr>
              <a:t>→ ACAP impact is increasing over time</a:t>
            </a:r>
            <a:endParaRPr lang="en-US">
              <a:ea typeface="Calibri"/>
              <a:cs typeface="Calibri"/>
            </a:endParaRPr>
          </a:p>
          <a:p>
            <a:pPr marL="228600" indent="-228600">
              <a:buFont typeface="Calibri"/>
              <a:buChar char="-"/>
            </a:pPr>
            <a:endParaRPr lang="en-US" sz="1600">
              <a:ea typeface="Calibri"/>
              <a:cs typeface="Calibri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71CEA4C8-1E26-6A48-21CA-D00FBADAC3C4}"/>
              </a:ext>
            </a:extLst>
          </p:cNvPr>
          <p:cNvSpPr txBox="1"/>
          <p:nvPr/>
        </p:nvSpPr>
        <p:spPr>
          <a:xfrm>
            <a:off x="3149778" y="2098137"/>
            <a:ext cx="2844292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In </a:t>
            </a:r>
            <a:r>
              <a:rPr lang="en-US" sz="1600" b="1">
                <a:ea typeface="+mn-lt"/>
                <a:cs typeface="+mn-lt"/>
              </a:rPr>
              <a:t>high uncertainty avoidance</a:t>
            </a:r>
            <a:r>
              <a:rPr lang="en-US" sz="1600">
                <a:ea typeface="+mn-lt"/>
                <a:cs typeface="+mn-lt"/>
              </a:rPr>
              <a:t> cultures:</a:t>
            </a:r>
            <a:br>
              <a:rPr lang="en-US" sz="1600">
                <a:ea typeface="+mn-lt"/>
                <a:cs typeface="+mn-lt"/>
              </a:rPr>
            </a:b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→</a:t>
            </a:r>
            <a:r>
              <a:rPr lang="en-US" sz="1600">
                <a:ea typeface="+mn-lt"/>
                <a:cs typeface="+mn-lt"/>
              </a:rPr>
              <a:t> ACAP works </a:t>
            </a:r>
            <a:r>
              <a:rPr lang="en-US" sz="1600" b="1">
                <a:ea typeface="+mn-lt"/>
                <a:cs typeface="+mn-lt"/>
              </a:rPr>
              <a:t>less effectively</a:t>
            </a:r>
            <a:endParaRPr lang="tr-TR">
              <a:ea typeface="Calibri"/>
              <a:cs typeface="Calibri"/>
            </a:endParaRPr>
          </a:p>
          <a:p>
            <a:endParaRPr lang="en-US" sz="1600" b="1">
              <a:ea typeface="+mn-lt"/>
              <a:cs typeface="+mn-lt"/>
            </a:endParaRPr>
          </a:p>
          <a:p>
            <a:r>
              <a:rPr lang="en-US" sz="1600" b="1">
                <a:ea typeface="+mn-lt"/>
                <a:cs typeface="+mn-lt"/>
              </a:rPr>
              <a:t>Recommendation</a:t>
            </a:r>
            <a:r>
              <a:rPr lang="en-US" sz="1600">
                <a:ea typeface="+mn-lt"/>
                <a:cs typeface="+mn-lt"/>
              </a:rPr>
              <a:t>: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Encourage </a:t>
            </a:r>
            <a:r>
              <a:rPr lang="en-US" sz="1600" b="1">
                <a:ea typeface="+mn-lt"/>
                <a:cs typeface="+mn-lt"/>
              </a:rPr>
              <a:t>experimentation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Create a </a:t>
            </a:r>
            <a:r>
              <a:rPr lang="en-US" sz="1600" b="1">
                <a:solidFill>
                  <a:srgbClr val="000000"/>
                </a:solidFill>
                <a:ea typeface="+mn-lt"/>
                <a:cs typeface="+mn-lt"/>
              </a:rPr>
              <a:t>safe-to-fail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 </a:t>
            </a:r>
            <a:r>
              <a:rPr lang="en-US" sz="1600">
                <a:ea typeface="+mn-lt"/>
                <a:cs typeface="+mn-lt"/>
              </a:rPr>
              <a:t>environment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Adjust decision-making processes for flexibility</a:t>
            </a:r>
            <a:endParaRPr lang="en-US">
              <a:ea typeface="Calibri"/>
              <a:cs typeface="Calibri"/>
            </a:endParaRPr>
          </a:p>
          <a:p>
            <a:pPr algn="l"/>
            <a:endParaRPr lang="en-US" sz="1600">
              <a:ea typeface="Calibri"/>
              <a:cs typeface="Calibri"/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E3163120-7E11-01E0-E9F1-8685219F0BE0}"/>
              </a:ext>
            </a:extLst>
          </p:cNvPr>
          <p:cNvSpPr txBox="1"/>
          <p:nvPr/>
        </p:nvSpPr>
        <p:spPr>
          <a:xfrm>
            <a:off x="6278952" y="2105924"/>
            <a:ext cx="2570671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ACAP effect varies by:</a:t>
            </a:r>
          </a:p>
          <a:p>
            <a:pPr lvl="1">
              <a:buFont typeface="Courier New"/>
              <a:buChar char="o"/>
            </a:pPr>
            <a:r>
              <a:rPr lang="en-US" sz="1600">
                <a:ea typeface="+mn-lt"/>
                <a:cs typeface="+mn-lt"/>
              </a:rPr>
              <a:t> Region</a:t>
            </a:r>
            <a:endParaRPr lang="en-US">
              <a:ea typeface="Calibri"/>
              <a:cs typeface="Calibri"/>
            </a:endParaRPr>
          </a:p>
          <a:p>
            <a:pPr lvl="1">
              <a:buFont typeface="Courier New"/>
              <a:buChar char="o"/>
            </a:pPr>
            <a:r>
              <a:rPr lang="en-US" sz="1600">
                <a:ea typeface="+mn-lt"/>
                <a:cs typeface="+mn-lt"/>
              </a:rPr>
              <a:t> Industry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sz="1600">
              <a:ea typeface="+mn-lt"/>
              <a:cs typeface="+mn-lt"/>
            </a:endParaRPr>
          </a:p>
          <a:p>
            <a:r>
              <a:rPr lang="en-US" sz="1600">
                <a:ea typeface="+mn-lt"/>
                <a:cs typeface="+mn-lt"/>
              </a:rPr>
              <a:t>Policy suggestion: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Support underrepresented  regions &amp; sectors</a:t>
            </a:r>
            <a:endParaRPr lang="en-US"/>
          </a:p>
          <a:p>
            <a:pPr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Promote knowledge sharing via incentives/programs</a:t>
            </a:r>
            <a:endParaRPr lang="en-US"/>
          </a:p>
          <a:p>
            <a:pPr marL="228600" indent="-228600">
              <a:buFont typeface=""/>
              <a:buChar char="•"/>
            </a:pPr>
            <a:endParaRPr lang="en-US" sz="1600">
              <a:ea typeface="Calibri"/>
              <a:cs typeface="Calibri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048AD89-9DB5-9F10-8DA6-2229440D6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50083CF4-E496-E5EE-F331-3CDC35AF2E1D}"/>
              </a:ext>
            </a:extLst>
          </p:cNvPr>
          <p:cNvSpPr txBox="1"/>
          <p:nvPr/>
        </p:nvSpPr>
        <p:spPr>
          <a:xfrm>
            <a:off x="8802477" y="4890564"/>
            <a:ext cx="159144" cy="154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Arial"/>
                <a:cs typeface="Arial"/>
              </a:rPr>
              <a:t>28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4432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79544-74E2-E819-0017-257BDCB0C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633EF6D0-2DF9-AADA-38F1-6EB05ADD7E98}"/>
              </a:ext>
            </a:extLst>
          </p:cNvPr>
          <p:cNvSpPr/>
          <p:nvPr/>
        </p:nvSpPr>
        <p:spPr>
          <a:xfrm>
            <a:off x="4411836" y="1562745"/>
            <a:ext cx="3942825" cy="208819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7570E6A2-4A76-6AE0-26D4-9B6770FF10A0}"/>
              </a:ext>
            </a:extLst>
          </p:cNvPr>
          <p:cNvSpPr/>
          <p:nvPr/>
        </p:nvSpPr>
        <p:spPr>
          <a:xfrm>
            <a:off x="314290" y="1557354"/>
            <a:ext cx="3953608" cy="20881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5C6CCA7E-B682-6B04-2F3C-479021561CF1}"/>
              </a:ext>
            </a:extLst>
          </p:cNvPr>
          <p:cNvGrpSpPr>
            <a:grpSpLocks noChangeAspect="1"/>
          </p:cNvGrpSpPr>
          <p:nvPr/>
        </p:nvGrpSpPr>
        <p:grpSpPr>
          <a:xfrm>
            <a:off x="8218808" y="323993"/>
            <a:ext cx="604780" cy="318512"/>
            <a:chOff x="0" y="0"/>
            <a:chExt cx="604774" cy="3185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8597206-513F-BF0B-2659-92E01053EB62}"/>
                </a:ext>
              </a:extLst>
            </p:cNvPr>
            <p:cNvSpPr/>
            <p:nvPr/>
          </p:nvSpPr>
          <p:spPr>
            <a:xfrm>
              <a:off x="0" y="0"/>
              <a:ext cx="604774" cy="318516"/>
            </a:xfrm>
            <a:custGeom>
              <a:avLst/>
              <a:gdLst/>
              <a:ahLst/>
              <a:cxnLst/>
              <a:rect l="l" t="t" r="r" b="b"/>
              <a:pathLst>
                <a:path w="604774" h="318516">
                  <a:moveTo>
                    <a:pt x="0" y="0"/>
                  </a:moveTo>
                  <a:lnTo>
                    <a:pt x="0" y="57023"/>
                  </a:lnTo>
                  <a:lnTo>
                    <a:pt x="57023" y="57023"/>
                  </a:lnTo>
                  <a:lnTo>
                    <a:pt x="57023" y="318516"/>
                  </a:lnTo>
                  <a:lnTo>
                    <a:pt x="114300" y="318516"/>
                  </a:lnTo>
                  <a:lnTo>
                    <a:pt x="114300" y="57023"/>
                  </a:lnTo>
                  <a:lnTo>
                    <a:pt x="179578" y="57023"/>
                  </a:lnTo>
                  <a:lnTo>
                    <a:pt x="179578" y="318516"/>
                  </a:lnTo>
                  <a:lnTo>
                    <a:pt x="359283" y="318516"/>
                  </a:lnTo>
                  <a:lnTo>
                    <a:pt x="359283" y="57023"/>
                  </a:lnTo>
                  <a:lnTo>
                    <a:pt x="424815" y="57023"/>
                  </a:lnTo>
                  <a:lnTo>
                    <a:pt x="424815" y="318516"/>
                  </a:lnTo>
                  <a:lnTo>
                    <a:pt x="481965" y="318516"/>
                  </a:lnTo>
                  <a:lnTo>
                    <a:pt x="481965" y="57023"/>
                  </a:lnTo>
                  <a:lnTo>
                    <a:pt x="547624" y="57023"/>
                  </a:lnTo>
                  <a:lnTo>
                    <a:pt x="547624" y="318516"/>
                  </a:lnTo>
                  <a:lnTo>
                    <a:pt x="604774" y="318516"/>
                  </a:lnTo>
                  <a:lnTo>
                    <a:pt x="604774" y="0"/>
                  </a:lnTo>
                  <a:lnTo>
                    <a:pt x="302133" y="0"/>
                  </a:lnTo>
                  <a:lnTo>
                    <a:pt x="302133" y="261366"/>
                  </a:lnTo>
                  <a:lnTo>
                    <a:pt x="236855" y="261366"/>
                  </a:lnTo>
                  <a:lnTo>
                    <a:pt x="236855" y="0"/>
                  </a:lnTo>
                  <a:close/>
                </a:path>
              </a:pathLst>
            </a:custGeom>
            <a:solidFill>
              <a:srgbClr val="0065BD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B4F970BC-5017-AA1A-2E22-BD43603F8796}"/>
              </a:ext>
            </a:extLst>
          </p:cNvPr>
          <p:cNvSpPr txBox="1"/>
          <p:nvPr/>
        </p:nvSpPr>
        <p:spPr>
          <a:xfrm>
            <a:off x="1322784" y="1196740"/>
            <a:ext cx="89887" cy="379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4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12E8F6A5-6CB6-5000-5951-D13BAEE825BA}"/>
              </a:ext>
            </a:extLst>
          </p:cNvPr>
          <p:cNvCxnSpPr/>
          <p:nvPr/>
        </p:nvCxnSpPr>
        <p:spPr>
          <a:xfrm>
            <a:off x="301125" y="1158175"/>
            <a:ext cx="8223250" cy="1048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6">
            <a:extLst>
              <a:ext uri="{FF2B5EF4-FFF2-40B4-BE49-F238E27FC236}">
                <a16:creationId xmlns:a16="http://schemas.microsoft.com/office/drawing/2014/main" id="{F6F6B9ED-6C66-1970-A29A-46306A75939D}"/>
              </a:ext>
            </a:extLst>
          </p:cNvPr>
          <p:cNvSpPr txBox="1"/>
          <p:nvPr/>
        </p:nvSpPr>
        <p:spPr>
          <a:xfrm>
            <a:off x="306820" y="670289"/>
            <a:ext cx="7343660" cy="15695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7"/>
              </a:lnSpc>
            </a:pPr>
            <a:r>
              <a:rPr lang="en-US" sz="2400">
                <a:ea typeface="Calibri"/>
                <a:cs typeface="Calibri"/>
              </a:rPr>
              <a:t>Discussion – Limitations &amp; Future Research</a:t>
            </a:r>
            <a:endParaRPr lang="en-US" sz="2400">
              <a:latin typeface="Arial"/>
              <a:ea typeface="Calibri"/>
              <a:cs typeface="Arial"/>
            </a:endParaRPr>
          </a:p>
          <a:p>
            <a:endParaRPr lang="en-US" sz="2400">
              <a:latin typeface="Arial"/>
              <a:ea typeface="Calibri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ts val="3081"/>
              </a:lnSpc>
            </a:pPr>
            <a:endParaRPr lang="en-US" sz="2350">
              <a:latin typeface="Arial"/>
              <a:cs typeface="Arial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5B713F0C-4F5D-BD63-4910-0E12D8CC9158}"/>
              </a:ext>
            </a:extLst>
          </p:cNvPr>
          <p:cNvSpPr txBox="1"/>
          <p:nvPr/>
        </p:nvSpPr>
        <p:spPr>
          <a:xfrm>
            <a:off x="483079" y="1771650"/>
            <a:ext cx="4268997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accent1"/>
                </a:solidFill>
              </a:rPr>
              <a:t>Limitations</a:t>
            </a:r>
            <a:endParaRPr lang="en-US" b="1">
              <a:solidFill>
                <a:schemeClr val="accent1"/>
              </a:solidFill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1600"/>
              <a:t>Regional bias (mostly Europe &amp; Asia)</a:t>
            </a:r>
            <a:endParaRPr lang="en-US" sz="16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1600"/>
              <a:t>Industry imbalance (few service-sector studies)</a:t>
            </a:r>
            <a:endParaRPr lang="en-US" sz="16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1600"/>
              <a:t>Missing firm-level data (age, size)</a:t>
            </a:r>
            <a:endParaRPr lang="en-US" sz="16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1600"/>
              <a:t>No sensitivity checks (to keep all studies)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931CAE05-05B5-AF0A-D308-7EC69EBDE9C4}"/>
              </a:ext>
            </a:extLst>
          </p:cNvPr>
          <p:cNvSpPr txBox="1"/>
          <p:nvPr/>
        </p:nvSpPr>
        <p:spPr>
          <a:xfrm>
            <a:off x="4569843" y="1572164"/>
            <a:ext cx="3956288" cy="20928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accent1"/>
                </a:solidFill>
              </a:rPr>
              <a:t>Future Directions</a:t>
            </a:r>
            <a:endParaRPr lang="en-US" b="1">
              <a:solidFill>
                <a:schemeClr val="accent1"/>
              </a:solidFill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1600"/>
              <a:t>Explore non-linear effects</a:t>
            </a:r>
            <a:endParaRPr lang="en-US" sz="16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1600"/>
              <a:t>Include more diverse regions (e.g., Africa, South America)</a:t>
            </a:r>
            <a:endParaRPr lang="en-US" sz="16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1600"/>
              <a:t>Examine digitalization &amp; strategic orientation</a:t>
            </a:r>
            <a:endParaRPr lang="en-US" sz="16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1600"/>
              <a:t>Use longitudinal &amp; multi-level models</a:t>
            </a:r>
            <a:endParaRPr lang="en-US" sz="16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1600"/>
              <a:t>Distinguish potential vs. realized ACAP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D1FF10-13E7-1B84-5277-60EBABFCD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AB9E0554-0B5B-3DA6-964F-250D78A083B4}"/>
              </a:ext>
            </a:extLst>
          </p:cNvPr>
          <p:cNvSpPr txBox="1"/>
          <p:nvPr/>
        </p:nvSpPr>
        <p:spPr>
          <a:xfrm>
            <a:off x="8812082" y="4890564"/>
            <a:ext cx="159144" cy="154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Arial"/>
                <a:cs typeface="Arial"/>
              </a:rPr>
              <a:t>29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021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8218427" y="323993"/>
            <a:ext cx="604780" cy="318512"/>
            <a:chOff x="0" y="0"/>
            <a:chExt cx="604774" cy="3185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04774" cy="318516"/>
            </a:xfrm>
            <a:custGeom>
              <a:avLst/>
              <a:gdLst/>
              <a:ahLst/>
              <a:cxnLst/>
              <a:rect l="l" t="t" r="r" b="b"/>
              <a:pathLst>
                <a:path w="604774" h="318516">
                  <a:moveTo>
                    <a:pt x="0" y="0"/>
                  </a:moveTo>
                  <a:lnTo>
                    <a:pt x="0" y="57023"/>
                  </a:lnTo>
                  <a:lnTo>
                    <a:pt x="57023" y="57023"/>
                  </a:lnTo>
                  <a:lnTo>
                    <a:pt x="57023" y="318516"/>
                  </a:lnTo>
                  <a:lnTo>
                    <a:pt x="114300" y="318516"/>
                  </a:lnTo>
                  <a:lnTo>
                    <a:pt x="114300" y="57023"/>
                  </a:lnTo>
                  <a:lnTo>
                    <a:pt x="179578" y="57023"/>
                  </a:lnTo>
                  <a:lnTo>
                    <a:pt x="179578" y="318516"/>
                  </a:lnTo>
                  <a:lnTo>
                    <a:pt x="359283" y="318516"/>
                  </a:lnTo>
                  <a:lnTo>
                    <a:pt x="359283" y="57023"/>
                  </a:lnTo>
                  <a:lnTo>
                    <a:pt x="424815" y="57023"/>
                  </a:lnTo>
                  <a:lnTo>
                    <a:pt x="424815" y="318516"/>
                  </a:lnTo>
                  <a:lnTo>
                    <a:pt x="481965" y="318516"/>
                  </a:lnTo>
                  <a:lnTo>
                    <a:pt x="481965" y="57023"/>
                  </a:lnTo>
                  <a:lnTo>
                    <a:pt x="547624" y="57023"/>
                  </a:lnTo>
                  <a:lnTo>
                    <a:pt x="547624" y="318516"/>
                  </a:lnTo>
                  <a:lnTo>
                    <a:pt x="604774" y="318516"/>
                  </a:lnTo>
                  <a:lnTo>
                    <a:pt x="604774" y="0"/>
                  </a:lnTo>
                  <a:lnTo>
                    <a:pt x="302133" y="0"/>
                  </a:lnTo>
                  <a:lnTo>
                    <a:pt x="302133" y="261366"/>
                  </a:lnTo>
                  <a:lnTo>
                    <a:pt x="236855" y="261366"/>
                  </a:lnTo>
                  <a:lnTo>
                    <a:pt x="236855" y="0"/>
                  </a:lnTo>
                  <a:close/>
                </a:path>
              </a:pathLst>
            </a:custGeom>
            <a:solidFill>
              <a:srgbClr val="0065BD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283458" y="255286"/>
            <a:ext cx="1654788" cy="453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3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8E5222E1-7178-0C00-6AEE-0B341CE0E27E}"/>
              </a:ext>
            </a:extLst>
          </p:cNvPr>
          <p:cNvSpPr txBox="1"/>
          <p:nvPr/>
        </p:nvSpPr>
        <p:spPr>
          <a:xfrm>
            <a:off x="8802477" y="4890564"/>
            <a:ext cx="159144" cy="154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Arial"/>
                <a:cs typeface="Arial"/>
              </a:rPr>
              <a:t>30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44A144-7349-5A5C-6D2D-FD1A1F0B7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4D7428A9-0EFA-CD27-4D0D-E1E1B561F3C5}"/>
              </a:ext>
            </a:extLst>
          </p:cNvPr>
          <p:cNvSpPr txBox="1"/>
          <p:nvPr/>
        </p:nvSpPr>
        <p:spPr>
          <a:xfrm>
            <a:off x="222837" y="4571520"/>
            <a:ext cx="78674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/>
              <a:t>W. M., &amp; Levinthal, D. A. (1990). Absorptive capacity: A new perspective on learning and innovation. </a:t>
            </a:r>
            <a:r>
              <a:rPr lang="en-US" sz="1200" i="1"/>
              <a:t>Administrative science quarterly</a:t>
            </a:r>
            <a:r>
              <a:rPr lang="en-US" sz="1200"/>
              <a:t>,</a:t>
            </a:r>
            <a:r>
              <a:rPr lang="en-US" sz="1200" i="1"/>
              <a:t> 35</a:t>
            </a:r>
            <a:r>
              <a:rPr lang="en-US" sz="1200"/>
              <a:t>(1), 128-152.</a:t>
            </a:r>
            <a:endParaRPr lang="tr-TR" sz="1200">
              <a:ea typeface="Calibri"/>
              <a:cs typeface="Calibri"/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421484DB-71A7-1379-7429-606502F15262}"/>
              </a:ext>
            </a:extLst>
          </p:cNvPr>
          <p:cNvSpPr txBox="1"/>
          <p:nvPr/>
        </p:nvSpPr>
        <p:spPr>
          <a:xfrm>
            <a:off x="256455" y="3543780"/>
            <a:ext cx="756493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/>
              <a:t>J. J., Van Den Bosch, F. A., &amp; </a:t>
            </a:r>
            <a:r>
              <a:rPr lang="en-US" sz="1200" err="1"/>
              <a:t>Volberda</a:t>
            </a:r>
            <a:r>
              <a:rPr lang="en-US" sz="1200"/>
              <a:t>, H. W. (2005). Managing potential and realized absorptive capacity: how do organizational antecedents matter? </a:t>
            </a:r>
            <a:r>
              <a:rPr lang="en-US" sz="1200" i="1"/>
              <a:t>Academy of management journal</a:t>
            </a:r>
            <a:r>
              <a:rPr lang="en-US" sz="1200"/>
              <a:t>,</a:t>
            </a:r>
            <a:r>
              <a:rPr lang="en-US" sz="1200" i="1"/>
              <a:t> 48</a:t>
            </a:r>
            <a:r>
              <a:rPr lang="en-US" sz="1200"/>
              <a:t>(6), 999-1015.</a:t>
            </a:r>
            <a:endParaRPr lang="en-US" sz="1200" i="1">
              <a:ea typeface="Calibri"/>
              <a:cs typeface="Calibri"/>
            </a:endParaRP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F50F7244-808B-8623-0E76-B75046381180}"/>
              </a:ext>
            </a:extLst>
          </p:cNvPr>
          <p:cNvSpPr txBox="1"/>
          <p:nvPr/>
        </p:nvSpPr>
        <p:spPr>
          <a:xfrm>
            <a:off x="198825" y="1680404"/>
            <a:ext cx="753611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/>
              <a:t>Alshahrani, M. A., &amp; Salam, M. A. (2023). Entrepreneurial orientation and SMEs performance in an emerging economy: the mediating role of absorptive capacity. </a:t>
            </a:r>
            <a:r>
              <a:rPr lang="en-US" sz="1200" i="1"/>
              <a:t>Journal of Research in Marketing and Entrepreneurship</a:t>
            </a:r>
            <a:r>
              <a:rPr lang="en-US" sz="1200"/>
              <a:t>,</a:t>
            </a:r>
            <a:r>
              <a:rPr lang="en-US" sz="1200" i="1"/>
              <a:t> 26</a:t>
            </a:r>
            <a:r>
              <a:rPr lang="en-US" sz="1200"/>
              <a:t>(1), 1-24.</a:t>
            </a:r>
            <a:endParaRPr lang="en-US" sz="1200" i="1">
              <a:ea typeface="Calibri"/>
              <a:cs typeface="Calibri"/>
            </a:endParaRP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8D256B9E-6F19-363E-11D3-DF8C5682EAD9}"/>
              </a:ext>
            </a:extLst>
          </p:cNvPr>
          <p:cNvSpPr txBox="1"/>
          <p:nvPr/>
        </p:nvSpPr>
        <p:spPr>
          <a:xfrm>
            <a:off x="222838" y="2131840"/>
            <a:ext cx="800676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/>
              <a:t>Altinay, L., </a:t>
            </a:r>
            <a:r>
              <a:rPr lang="en-US" sz="1200" err="1"/>
              <a:t>Madanoglu</a:t>
            </a:r>
            <a:r>
              <a:rPr lang="en-US" sz="1200"/>
              <a:t>, M., De Vita, G., Arasli, H., &amp; Ekinci, Y. (2016). The interface between organizational learning capability, entrepreneurial orientation, and SME growth. </a:t>
            </a:r>
            <a:r>
              <a:rPr lang="en-US" sz="1200" i="1"/>
              <a:t>Journal of small business management</a:t>
            </a:r>
            <a:r>
              <a:rPr lang="en-US" sz="1200"/>
              <a:t>,</a:t>
            </a:r>
            <a:r>
              <a:rPr lang="en-US" sz="1200" i="1"/>
              <a:t> 54</a:t>
            </a:r>
            <a:r>
              <a:rPr lang="en-US" sz="1200"/>
              <a:t>(3), 871-891.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261FE823-C6E0-1FCA-8CC6-CF37577359FB}"/>
              </a:ext>
            </a:extLst>
          </p:cNvPr>
          <p:cNvSpPr txBox="1"/>
          <p:nvPr/>
        </p:nvSpPr>
        <p:spPr>
          <a:xfrm>
            <a:off x="198825" y="1036866"/>
            <a:ext cx="755052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/>
              <a:t>Ali, I., Ali, M., Salam, M. A., Bhatti, Z. A., Arain, G. A., &amp; Burhan, M. (2020). How international SME's vicarious learning may improve their performance? The role of absorptive capacity, strength of ties with local SMEs, and their prior success experiences. </a:t>
            </a:r>
            <a:r>
              <a:rPr lang="en-US" sz="1200" i="1"/>
              <a:t>Industrial Marketing Management</a:t>
            </a:r>
            <a:r>
              <a:rPr lang="en-US" sz="1200"/>
              <a:t>,</a:t>
            </a:r>
            <a:r>
              <a:rPr lang="en-US" sz="1200" i="1"/>
              <a:t> 88</a:t>
            </a:r>
            <a:r>
              <a:rPr lang="en-US" sz="1200"/>
              <a:t>, 87-100.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3748D0C7-6E75-723B-CACA-7947ED1F15D8}"/>
              </a:ext>
            </a:extLst>
          </p:cNvPr>
          <p:cNvSpPr txBox="1"/>
          <p:nvPr/>
        </p:nvSpPr>
        <p:spPr>
          <a:xfrm>
            <a:off x="222838" y="2977084"/>
            <a:ext cx="754572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/>
              <a:t>Hughes, P., Hodgkinson, I. R., Hughes, M., &amp; Arshad, D. (2018). Explaining the entrepreneurial orientation–performance relationship in emerging economies: The intermediate roles of absorptive capacity and improvisation. </a:t>
            </a:r>
            <a:r>
              <a:rPr lang="en-US" sz="1200" i="1"/>
              <a:t>Asia Pacific  Journal of Management</a:t>
            </a:r>
            <a:r>
              <a:rPr lang="en-US" sz="1200"/>
              <a:t>,</a:t>
            </a:r>
            <a:r>
              <a:rPr lang="en-US" sz="1200" i="1"/>
              <a:t> 35</a:t>
            </a:r>
            <a:r>
              <a:rPr lang="en-US" sz="1200"/>
              <a:t>, 1025-1053.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47D24ACF-39FA-6280-2743-986B20F5B477}"/>
              </a:ext>
            </a:extLst>
          </p:cNvPr>
          <p:cNvSpPr txBox="1"/>
          <p:nvPr/>
        </p:nvSpPr>
        <p:spPr>
          <a:xfrm>
            <a:off x="198824" y="623847"/>
            <a:ext cx="782906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/>
              <a:t>Alegre, J., &amp; Chiva, R. (2013). Linking entrepreneurial orientation and firm performance: The role of organizational learning capability and innovation performance. </a:t>
            </a:r>
            <a:r>
              <a:rPr lang="en-US" sz="1200" i="1"/>
              <a:t>Journal of small business management</a:t>
            </a:r>
            <a:r>
              <a:rPr lang="en-US" sz="1200"/>
              <a:t>,</a:t>
            </a:r>
            <a:r>
              <a:rPr lang="en-US" sz="1200" i="1"/>
              <a:t> 51</a:t>
            </a:r>
            <a:r>
              <a:rPr lang="en-US" sz="1200"/>
              <a:t>(4), 491-507.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1497A0CF-6372-BD69-1EC7-A9D72F061A06}"/>
              </a:ext>
            </a:extLst>
          </p:cNvPr>
          <p:cNvSpPr txBox="1"/>
          <p:nvPr/>
        </p:nvSpPr>
        <p:spPr>
          <a:xfrm>
            <a:off x="222837" y="3976008"/>
            <a:ext cx="620101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/>
              <a:t>W. J., Parida, V., &amp; Patel, P. C. (2013). Too much of a good thing? Absorptive capacity,</a:t>
            </a:r>
            <a:endParaRPr lang="en-US" sz="1200">
              <a:ea typeface="Calibri"/>
              <a:cs typeface="Calibri"/>
            </a:endParaRPr>
          </a:p>
          <a:p>
            <a:r>
              <a:rPr lang="en-US" sz="1200"/>
              <a:t>firm performance, and the moderating role of entrepreneurial orientation. </a:t>
            </a:r>
            <a:r>
              <a:rPr lang="en-US" sz="1200" i="1"/>
              <a:t>Strategic</a:t>
            </a:r>
            <a:endParaRPr lang="en-US" sz="1200" i="1">
              <a:ea typeface="Calibri"/>
              <a:cs typeface="Calibri"/>
            </a:endParaRPr>
          </a:p>
          <a:p>
            <a:r>
              <a:rPr lang="en-US" sz="1200" i="1"/>
              <a:t>management journal</a:t>
            </a:r>
            <a:r>
              <a:rPr lang="en-US" sz="1200"/>
              <a:t>,</a:t>
            </a:r>
            <a:r>
              <a:rPr lang="en-US" sz="1200" i="1"/>
              <a:t> 34</a:t>
            </a:r>
            <a:r>
              <a:rPr lang="en-US" sz="1200"/>
              <a:t>(5), 622-633.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566F9F56-1C02-51E6-8D72-70A5D35BB44E}"/>
              </a:ext>
            </a:extLst>
          </p:cNvPr>
          <p:cNvSpPr txBox="1"/>
          <p:nvPr/>
        </p:nvSpPr>
        <p:spPr>
          <a:xfrm>
            <a:off x="213231" y="2564067"/>
            <a:ext cx="802597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/>
              <a:t>Cohen, W. M., &amp; Levinthal, D. A. (1990). Absorptive capacity: A new perspective on learning and innovation. </a:t>
            </a:r>
            <a:r>
              <a:rPr lang="en-US" sz="1200" i="1"/>
              <a:t>Administrative science quarterly</a:t>
            </a:r>
            <a:r>
              <a:rPr lang="en-US" sz="1200"/>
              <a:t>,</a:t>
            </a:r>
            <a:r>
              <a:rPr lang="en-US" sz="1200" i="1"/>
              <a:t> 35</a:t>
            </a:r>
            <a:r>
              <a:rPr lang="en-US" sz="1200"/>
              <a:t>(1), 128-152.</a:t>
            </a:r>
            <a:endParaRPr lang="en-US" sz="12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30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DSiBEwR_Farzad_Zandi_3786254.pdf</dc:title>
  <cp:revision>1</cp:revision>
  <dcterms:created xsi:type="dcterms:W3CDTF">2006-08-16T00:00:00Z</dcterms:created>
  <dcterms:modified xsi:type="dcterms:W3CDTF">2025-07-05T19:39:14Z</dcterms:modified>
  <dc:identifier>DAGsBJ1q9xM</dc:identifier>
</cp:coreProperties>
</file>